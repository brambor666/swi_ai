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d19683cd274a9b" /><Relationship Type="http://schemas.openxmlformats.org/officeDocument/2006/relationships/extended-properties" Target="/docProps/app.xml" Id="Ra90b6f2c0e5149f6" /><Relationship Type="http://schemas.openxmlformats.org/officeDocument/2006/relationships/officeDocument" Target="/ppt/presentation.xml" Id="R28db7861d5924d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f97469bad846ae"/>
  </p:sldMasterIdLst>
  <p:notesMasterIdLst>
    <p:notesMasterId xmlns:r="http://schemas.openxmlformats.org/officeDocument/2006/relationships" r:id="R3048727b13e54272"/>
  </p:notesMasterIdLst>
  <p:sldIdLst>
    <p:sldId xmlns:r="http://schemas.openxmlformats.org/officeDocument/2006/relationships" id="256" r:id="R523a214c2df8449f"/>
    <p:sldId xmlns:r="http://schemas.openxmlformats.org/officeDocument/2006/relationships" id="257" r:id="R46cf9b4c371f4f4b"/>
    <p:sldId xmlns:r="http://schemas.openxmlformats.org/officeDocument/2006/relationships" id="258" r:id="Rb830fb9ab06e42c0"/>
    <p:sldId xmlns:r="http://schemas.openxmlformats.org/officeDocument/2006/relationships" id="259" r:id="Rc5851c779fd048d0"/>
    <p:sldId xmlns:r="http://schemas.openxmlformats.org/officeDocument/2006/relationships" id="260" r:id="R8cdf9c0e4cb245a4"/>
    <p:sldId xmlns:r="http://schemas.openxmlformats.org/officeDocument/2006/relationships" id="261" r:id="R03db230cd62d41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14572445a4190" /><Relationship Type="http://schemas.openxmlformats.org/officeDocument/2006/relationships/slideMaster" Target="/ppt/slideMasters/slideMaster1.xml" Id="R7bf97469bad846ae" /><Relationship Type="http://schemas.openxmlformats.org/officeDocument/2006/relationships/notesMaster" Target="/ppt/notesMasters/notesMaster1.xml" Id="R3048727b13e54272" /><Relationship Type="http://schemas.openxmlformats.org/officeDocument/2006/relationships/presProps" Target="/ppt/presProps.xml" Id="Rd8994576f4c449b4" /><Relationship Type="http://schemas.openxmlformats.org/officeDocument/2006/relationships/tableStyles" Target="/ppt/tableStyles.xml" Id="R60c981d7fc6d409f" /><Relationship Type="http://schemas.openxmlformats.org/officeDocument/2006/relationships/slide" Target="/ppt/slides/slide1.xml" Id="R523a214c2df8449f" /><Relationship Type="http://schemas.openxmlformats.org/officeDocument/2006/relationships/slide" Target="/ppt/slides/slide2.xml" Id="R46cf9b4c371f4f4b" /><Relationship Type="http://schemas.openxmlformats.org/officeDocument/2006/relationships/slide" Target="/ppt/slides/slide3.xml" Id="Rb830fb9ab06e42c0" /><Relationship Type="http://schemas.openxmlformats.org/officeDocument/2006/relationships/slide" Target="/ppt/slides/slide4.xml" Id="Rc5851c779fd048d0" /><Relationship Type="http://schemas.openxmlformats.org/officeDocument/2006/relationships/slide" Target="/ppt/slides/slide5.xml" Id="R8cdf9c0e4cb245a4" /><Relationship Type="http://schemas.openxmlformats.org/officeDocument/2006/relationships/slide" Target="/ppt/slides/slide6.xml" Id="R03db230cd62d41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881c6c4014e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7e36734824134" /><Relationship Type="http://schemas.openxmlformats.org/officeDocument/2006/relationships/notesMaster" Target="/ppt/notesMasters/notesMaster1.xml" Id="Rd3f39a3e7f57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7f3834eca642d6" /><Relationship Type="http://schemas.openxmlformats.org/officeDocument/2006/relationships/notesMaster" Target="/ppt/notesMasters/notesMaster1.xml" Id="R2fbbb4a6403947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3cc9182efb46d2" /><Relationship Type="http://schemas.openxmlformats.org/officeDocument/2006/relationships/notesMaster" Target="/ppt/notesMasters/notesMaster1.xml" Id="R061198cb69e74c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6cee52964a4e2e" /><Relationship Type="http://schemas.openxmlformats.org/officeDocument/2006/relationships/notesMaster" Target="/ppt/notesMasters/notesMaster1.xml" Id="Raccae28b44c04f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31660656524afa" /><Relationship Type="http://schemas.openxmlformats.org/officeDocument/2006/relationships/notesMaster" Target="/ppt/notesMasters/notesMaster1.xml" Id="Rf548e00d413f4b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02cc7e3af54ca4" /><Relationship Type="http://schemas.openxmlformats.org/officeDocument/2006/relationships/notesMaster" Target="/ppt/notesMasters/notesMaster1.xml" Id="R41dd26246d1b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Reporting baseline: c08-report-2026-10-30-v4. Ověřený kód vychází z f34f0ec0f31782ff1886e9b3c4020c2c39a3fe28. 97 testů = 57 doménových/architektonických a 40 integračních. Jediný otevřený nález je C04/F1. Zdroj: docs/evidence-and-evolution.md a docs/verification/2026-10-30.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Zdroje všech referencí na slidu 2, baseline c08-report-2026-10-30-v4: OP-01/02/03/04/05 a BR-02/03 jsou v docs/specification-v0.2.md. ADR-001/002/005/007 jsou v docs/architecture-and-decisions.md. C05 je docs/c05_detailed_design.md. I1/I2/I3/I4 jsou metody createReservation/checkAvailability/confirmReservation a approveReservation/cancelReservation ve src/src/main/java/cz/vsb/reservation/domain/service/ReservationService.java. DB ochrana je src/src/main/resources/db/migration/V1__init.sql, doménový model src/src/main/java/cz/vsb/reservation/domain/model/Reservation.java. T1 je docs/verification/2026-10-30/cz.vsb.reservation.domain.ReservationServiceTest.txt (24 úspěšných testů). T2 je docs/verification/2026-10-30/cz.vsb.reservation.infrastructure.web.ReservationLifecycleApiTest.txt (22 úspěšných testů). T3 je docs/verification/2026-10-30/cz.vsb.reservation.infrastructure.web.ApprovalWorkflowApiTest.txt (18 úspěšných testů), doplněné T2 pro běžné Confirm. T4 je docs/verification/2026-10-30/cz.vsb.reservation.domain.ReservationTest.txt (27 úspěšných testů) a concurrentConflictingConfirmations_onlyOneAllocation/concurrentConflictingApprovals_onlyOneAllocation v T2/T3. Přesné výsledky souběhu jsou v docs/verification/2026-10-30/approval-selected-cases.txt. C04 vychází z docs/intent-and-change.md, konkrétní mezera F1 je v docs/evidence-and-evolution.md. Textové reference nahrazují klikací odkazy podle požadavku uživatele.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A a B jsou připravené dokumentační výstupy. Jediným otevřeným nálezem je C04/F1. Tým zatím nezná dostupný čas ani termín dokončení C04. Nejde o slib konkrétní osoby k doplnění plánu do určitého data. Zdroj: docs/evidence-and-evolution.md.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Rizika R-03, R-01 a R-04 přebírají hodnoty a stavy z B. NOT VERIFIED u plánovaného opatření neznamená nový potvrzený problém aplikace. R-02 zůstává v úplném registru B. F1 je samostatný existující nález.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Kroky P1 až P4 popisují zbývající práci na C04. Termíny kroků a časová kapacita zatím nejsou stanovené. Dokument nepředstírá jejich potvrzení ani uzavření F1. Stav F1 zůstává ACCEPTED/OPEN.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Jediný otevřený nález je C04/F1. Omezení prototypu, například simulovaná identita a logování oznámení, jsou deklarované hranice současného řešení, nikoli nově zjištěné defects. Zdroje: docs/evidence-and-evolution.md a docs/intent-and-change.md.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114e4eec341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1f1417ea1419c" /></Relationships>
</file>

<file path=ppt/slideLayouts/slideLayout1.xml><?xml version="1.0" encoding="utf-8"?>
<p:sldLayout xmlns:p="http://schemas.openxmlformats.org/presentationml/2006/main" type="blank" preserve="1">
  <p:cSld name="DEFAUL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SWI_BLANK"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02BE5F6-D09D-4C69-BA6C-7A2A56506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18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ED53282-3358-40A1-AFA2-7B68F58B46C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4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9f20148304b9f" /><Relationship Type="http://schemas.openxmlformats.org/officeDocument/2006/relationships/slideLayout" Target="/ppt/slideLayouts/slideLayout1.xml" Id="Rab296438269c40f7" /><Relationship Type="http://schemas.openxmlformats.org/officeDocument/2006/relationships/slideLayout" Target="/ppt/slideLayouts/slideLayout2.xml" Id="Ra1cb5a34f74742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96438269c40f7"/>
    <p:sldLayoutId xmlns:r="http://schemas.openxmlformats.org/officeDocument/2006/relationships" id="2147483650" r:id="Ra1cb5a34f74742d4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713f210e2d493f" /><Relationship Type="http://schemas.openxmlformats.org/officeDocument/2006/relationships/notesSlide" Target="/ppt/notesSlides/notesSlide1.xml" Id="R0a243b3819ce4e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8333da118c4669" /><Relationship Type="http://schemas.openxmlformats.org/officeDocument/2006/relationships/notesSlide" Target="/ppt/notesSlides/notesSlide2.xml" Id="R1e3db72d0525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48611446ad48e7" /><Relationship Type="http://schemas.openxmlformats.org/officeDocument/2006/relationships/notesSlide" Target="/ppt/notesSlides/notesSlide3.xml" Id="R545242d812a74a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a45bb700f4874" /><Relationship Type="http://schemas.openxmlformats.org/officeDocument/2006/relationships/notesSlide" Target="/ppt/notesSlides/notesSlide4.xml" Id="R16bde49a6bfc48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c1adc207ff47aa" /><Relationship Type="http://schemas.openxmlformats.org/officeDocument/2006/relationships/notesSlide" Target="/ppt/notesSlides/notesSlide5.xml" Id="R1001bfcc40434f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ab2992b1a41c7" /><Relationship Type="http://schemas.openxmlformats.org/officeDocument/2006/relationships/notesSlide" Target="/ppt/notesSlides/notesSlide6.xml" Id="Rf799f9bc74b647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 0">
            <a:extLst xmlns:a="http://schemas.openxmlformats.org/drawingml/2006/main">
              <a:ext uri="{FF2B5EF4-FFF2-40B4-BE49-F238E27FC236}">
                <a16:creationId xmlns:a16="http://schemas.microsoft.com/office/drawing/2014/main" id="{87242EB7-0D35-44C3-8F31-281F8745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1">
            <a:extLst xmlns:a="http://schemas.openxmlformats.org/drawingml/2006/main">
              <a:ext uri="{FF2B5EF4-FFF2-40B4-BE49-F238E27FC236}">
                <a16:creationId xmlns:a16="http://schemas.microsoft.com/office/drawing/2014/main" id="{FB279244-F97C-406C-9850-ADCFFAF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2">
            <a:extLst xmlns:a="http://schemas.openxmlformats.org/drawingml/2006/main">
              <a:ext uri="{FF2B5EF4-FFF2-40B4-BE49-F238E27FC236}">
                <a16:creationId xmlns:a16="http://schemas.microsoft.com/office/drawing/2014/main" id="{1D7F252D-F6C2-41B6-B19F-A31027F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01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 3">
            <a:extLst xmlns:a="http://schemas.openxmlformats.org/drawingml/2006/main">
              <a:ext uri="{FF2B5EF4-FFF2-40B4-BE49-F238E27FC236}">
                <a16:creationId xmlns:a16="http://schemas.microsoft.com/office/drawing/2014/main" id="{2095F1FB-E1BB-4C94-AF51-EDA91B48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STAV PROJEKTU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4">
            <a:extLst xmlns:a="http://schemas.openxmlformats.org/drawingml/2006/main">
              <a:ext uri="{FF2B5EF4-FFF2-40B4-BE49-F238E27FC236}">
                <a16:creationId xmlns:a16="http://schemas.microsoft.com/office/drawing/2014/main" id="{D356A0B0-6590-4CA2-A36A-DAE1FE29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Rezervační systém je ověřený. Otevřená zůstává pouze část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 5">
            <a:extLst xmlns:a="http://schemas.openxmlformats.org/drawingml/2006/main">
              <a:ext uri="{FF2B5EF4-FFF2-40B4-BE49-F238E27FC236}">
                <a16:creationId xmlns:a16="http://schemas.microsoft.com/office/drawing/2014/main" id="{D8B069B9-DEAE-44AE-8E05-A337E814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6">
            <a:extLst xmlns:a="http://schemas.openxmlformats.org/drawingml/2006/main">
              <a:ext uri="{FF2B5EF4-FFF2-40B4-BE49-F238E27FC236}">
                <a16:creationId xmlns:a16="http://schemas.microsoft.com/office/drawing/2014/main" id="{1814694A-EEEE-437F-96DE-0F1F9E0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 7">
            <a:extLst xmlns:a="http://schemas.openxmlformats.org/drawingml/2006/main">
              <a:ext uri="{FF2B5EF4-FFF2-40B4-BE49-F238E27FC236}">
                <a16:creationId xmlns:a16="http://schemas.microsoft.com/office/drawing/2014/main" id="{163AD5DC-D0A9-4018-9CDF-198C4529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8">
            <a:extLst xmlns:a="http://schemas.openxmlformats.org/drawingml/2006/main">
              <a:ext uri="{FF2B5EF4-FFF2-40B4-BE49-F238E27FC236}">
                <a16:creationId xmlns:a16="http://schemas.microsoft.com/office/drawing/2014/main" id="{7D1FD5EA-0967-4EF4-84D5-4F0B5F93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D52BC44C-B2CA-404A-9C3F-F4E8BAD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B318DE78-E932-4ECB-BEEA-CCBF631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PROJEKT A TÝM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7B181895-490C-42BD-BAE5-E243801F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Rezervační systém učeben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Lalošák, Filip Vodák, Jakub Juchelka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93F9F31D-D5D2-4251-809E-09EF8238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E167BB25-79C3-461E-B429-4B8B71A7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>
            <a:defPPr>
              <a:defRPr>
                <a:solidFill>
                  <a:srgbClr val="9A5800"/>
                </a:solidFill>
              </a:defRPr>
            </a:defPPr>
            <a:lvl1pPr>
              <a:defRPr>
                <a:solidFill>
                  <a:srgbClr val="9A5800"/>
                </a:solidFill>
              </a:defRPr>
            </a:lvl1pPr>
            <a:lvl2pPr>
              <a:defRPr>
                <a:solidFill>
                  <a:srgbClr val="9A5800"/>
                </a:solidFill>
              </a:defRPr>
            </a:lvl2pPr>
            <a:lvl3pPr>
              <a:defRPr>
                <a:solidFill>
                  <a:srgbClr val="9A5800"/>
                </a:solidFill>
              </a:defRPr>
            </a:lvl3pPr>
            <a:lvl4pPr>
              <a:defRPr>
                <a:solidFill>
                  <a:srgbClr val="9A5800"/>
                </a:solidFill>
              </a:defRPr>
            </a:lvl4pPr>
            <a:lvl5pPr>
              <a:defRPr>
                <a:solidFill>
                  <a:srgbClr val="9A5800"/>
                </a:solidFill>
              </a:defRPr>
            </a:lvl5pPr>
            <a:lvl6pPr>
              <a:defRPr>
                <a:solidFill>
                  <a:srgbClr val="9A5800"/>
                </a:solidFill>
              </a:defRPr>
            </a:lvl6pPr>
            <a:lvl7pPr>
              <a:defRPr>
                <a:solidFill>
                  <a:srgbClr val="9A5800"/>
                </a:solidFill>
              </a:defRPr>
            </a:lvl7pPr>
            <a:lvl8pPr>
              <a:defRPr>
                <a:solidFill>
                  <a:srgbClr val="9A5800"/>
                </a:solidFill>
              </a:defRPr>
            </a:lvl8pPr>
            <a:lvl9pPr>
              <a:defRPr>
                <a:solidFill>
                  <a:srgbClr val="9A5800"/>
                </a:solidFill>
              </a:defRPr>
            </a:lvl9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AMBER / AT RISK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Jediný otevřený nález: C04 / F1.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0C4670F1-A2EA-451A-9A9E-150483D2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DOLOŽENÝ VÝSLEDEK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28D275D9-0C1E-4425-849C-5ABDC08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 ve dvou bězích.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 toho 40 integračních proti PostgreSQL.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0FE91D1E-1CDD-4BBD-80E2-EDC4084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OMEZENÍ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3F2AC610-A4C6-40F5-9725-8F2E555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 od kritéria po rozhodnutí.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40098111-4A49-41E9-813A-4704C32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462200"/>
            <a:ext cx="1129248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ZÁVĚR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08FDD4FB-15A2-4701-AFBE-26BEF28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754880"/>
            <a:ext cx="11292480" cy="58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3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Části A a B jsou zpracované. Funkční ověření prošlo. Zbývá doplnit C04.</a:t>
            </a:r>
            <a:endParaRPr sz="15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67EBCFFB-7082-4CE6-AA1A-C3ABCD89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59480"/>
            <a:ext cx="219420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75C0BFA7-FFBA-485E-B208-891444F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59480"/>
            <a:ext cx="909792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Postup a termín dokončení jsou součástí plánu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67833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0">
            <a:extLst xmlns:a="http://schemas.openxmlformats.org/drawingml/2006/main">
              <a:ext uri="{FF2B5EF4-FFF2-40B4-BE49-F238E27FC236}">
                <a16:creationId xmlns:a16="http://schemas.microsoft.com/office/drawing/2014/main" id="{E2233D05-E08B-4EA2-B03A-D2F75470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1">
            <a:extLst xmlns:a="http://schemas.openxmlformats.org/drawingml/2006/main">
              <a:ext uri="{FF2B5EF4-FFF2-40B4-BE49-F238E27FC236}">
                <a16:creationId xmlns:a16="http://schemas.microsoft.com/office/drawing/2014/main" id="{A01D2FEE-8CD6-4496-9514-09B92573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">
            <a:extLst xmlns:a="http://schemas.openxmlformats.org/drawingml/2006/main">
              <a:ext uri="{FF2B5EF4-FFF2-40B4-BE49-F238E27FC236}">
                <a16:creationId xmlns:a16="http://schemas.microsoft.com/office/drawing/2014/main" id="{D6F4C9D8-1234-4D2B-B0DF-0C3DEEBA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02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3">
            <a:extLst xmlns:a="http://schemas.openxmlformats.org/drawingml/2006/main">
              <a:ext uri="{FF2B5EF4-FFF2-40B4-BE49-F238E27FC236}">
                <a16:creationId xmlns:a16="http://schemas.microsoft.com/office/drawing/2014/main" id="{5205F0A8-3D8E-4671-A12D-1FF5D576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ROZSAH A DŮKAZY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4">
            <a:extLst xmlns:a="http://schemas.openxmlformats.org/drawingml/2006/main">
              <a:ext uri="{FF2B5EF4-FFF2-40B4-BE49-F238E27FC236}">
                <a16:creationId xmlns:a16="http://schemas.microsoft.com/office/drawing/2014/main" id="{75A6D948-A8AD-4A7A-8933-6F4422AE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YES = doložené. PARTLY = částečné. NO = chybí. I = metoda, T = testovací sada.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5">
            <a:extLst xmlns:a="http://schemas.openxmlformats.org/drawingml/2006/main">
              <a:ext uri="{FF2B5EF4-FFF2-40B4-BE49-F238E27FC236}">
                <a16:creationId xmlns:a16="http://schemas.microsoft.com/office/drawing/2014/main" id="{6DF443C6-FAED-4DCC-ABA7-DD53202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6">
            <a:extLst xmlns:a="http://schemas.openxmlformats.org/drawingml/2006/main">
              <a:ext uri="{FF2B5EF4-FFF2-40B4-BE49-F238E27FC236}">
                <a16:creationId xmlns:a16="http://schemas.microsoft.com/office/drawing/2014/main" id="{A85A0878-02AC-4CFA-9E3C-86C439DD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955A3A1B-0610-48B9-B5D0-C384F4A2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8">
            <a:extLst xmlns:a="http://schemas.openxmlformats.org/drawingml/2006/main">
              <a:ext uri="{FF2B5EF4-FFF2-40B4-BE49-F238E27FC236}">
                <a16:creationId xmlns:a16="http://schemas.microsoft.com/office/drawing/2014/main" id="{67713C44-962D-4CEA-9260-70B6649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9">
            <a:extLst xmlns:a="http://schemas.openxmlformats.org/drawingml/2006/main">
              <a:ext uri="{FF2B5EF4-FFF2-40B4-BE49-F238E27FC236}">
                <a16:creationId xmlns:a16="http://schemas.microsoft.com/office/drawing/2014/main" id="{5A4F434F-A3CD-4215-8517-15954CB6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0">
            <a:extLst xmlns:a="http://schemas.openxmlformats.org/drawingml/2006/main">
              <a:ext uri="{FF2B5EF4-FFF2-40B4-BE49-F238E27FC236}">
                <a16:creationId xmlns:a16="http://schemas.microsoft.com/office/drawing/2014/main" id="{5F26B62D-A4A4-43D6-8CE1-FDC285F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1956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Oblast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Text 11">
            <a:extLst xmlns:a="http://schemas.openxmlformats.org/drawingml/2006/main">
              <a:ext uri="{FF2B5EF4-FFF2-40B4-BE49-F238E27FC236}">
                <a16:creationId xmlns:a16="http://schemas.microsoft.com/office/drawing/2014/main" id="{58F9464C-2C3E-4136-9E8E-3DE1C06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Specifikace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2">
            <a:extLst xmlns:a="http://schemas.openxmlformats.org/drawingml/2006/main">
              <a:ext uri="{FF2B5EF4-FFF2-40B4-BE49-F238E27FC236}">
                <a16:creationId xmlns:a16="http://schemas.microsoft.com/office/drawing/2014/main" id="{45D6BA27-3758-4C30-B42B-8267AE7C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Návrh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3">
            <a:extLst xmlns:a="http://schemas.openxmlformats.org/drawingml/2006/main">
              <a:ext uri="{FF2B5EF4-FFF2-40B4-BE49-F238E27FC236}">
                <a16:creationId xmlns:a16="http://schemas.microsoft.com/office/drawing/2014/main" id="{78B30F96-5F69-491A-AAE2-9CA4BAE2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1993320"/>
            <a:ext cx="11700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4">
            <a:extLst xmlns:a="http://schemas.openxmlformats.org/drawingml/2006/main">
              <a:ext uri="{FF2B5EF4-FFF2-40B4-BE49-F238E27FC236}">
                <a16:creationId xmlns:a16="http://schemas.microsoft.com/office/drawing/2014/main" id="{BD3C8028-8FE3-4DA1-806B-21DEFB1A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1993320"/>
            <a:ext cx="10602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Ověření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 15">
            <a:extLst xmlns:a="http://schemas.openxmlformats.org/drawingml/2006/main">
              <a:ext uri="{FF2B5EF4-FFF2-40B4-BE49-F238E27FC236}">
                <a16:creationId xmlns:a16="http://schemas.microsoft.com/office/drawing/2014/main" id="{AFFDFE5A-F039-47DE-8AE3-05D6FD72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3320"/>
            <a:ext cx="51112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Důkaz / mezera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16">
            <a:extLst xmlns:a="http://schemas.openxmlformats.org/drawingml/2006/main">
              <a:ext uri="{FF2B5EF4-FFF2-40B4-BE49-F238E27FC236}">
                <a16:creationId xmlns:a16="http://schemas.microsoft.com/office/drawing/2014/main" id="{3284BD26-53D5-4438-BBFC-C171B632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7">
            <a:extLst xmlns:a="http://schemas.openxmlformats.org/drawingml/2006/main">
              <a:ext uri="{FF2B5EF4-FFF2-40B4-BE49-F238E27FC236}">
                <a16:creationId xmlns:a16="http://schemas.microsoft.com/office/drawing/2014/main" id="{CBCB31B2-632A-432C-9159-B34C6573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18">
            <a:extLst xmlns:a="http://schemas.openxmlformats.org/drawingml/2006/main">
              <a:ext uri="{FF2B5EF4-FFF2-40B4-BE49-F238E27FC236}">
                <a16:creationId xmlns:a16="http://schemas.microsoft.com/office/drawing/2014/main" id="{2B40E724-9B5F-44F9-A639-A70B512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 19">
            <a:extLst xmlns:a="http://schemas.openxmlformats.org/drawingml/2006/main">
              <a:ext uri="{FF2B5EF4-FFF2-40B4-BE49-F238E27FC236}">
                <a16:creationId xmlns:a16="http://schemas.microsoft.com/office/drawing/2014/main" id="{6A35D698-5DED-431A-9AAB-7BC710B1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45988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0">
            <a:extLst xmlns:a="http://schemas.openxmlformats.org/drawingml/2006/main">
              <a:ext uri="{FF2B5EF4-FFF2-40B4-BE49-F238E27FC236}">
                <a16:creationId xmlns:a16="http://schemas.microsoft.com/office/drawing/2014/main" id="{CF08D357-6E0C-4340-A96C-9D9BEE70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45988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1">
            <a:extLst xmlns:a="http://schemas.openxmlformats.org/drawingml/2006/main">
              <a:ext uri="{FF2B5EF4-FFF2-40B4-BE49-F238E27FC236}">
                <a16:creationId xmlns:a16="http://schemas.microsoft.com/office/drawing/2014/main" id="{17E34A6E-F825-4C18-922E-CB3C899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988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I1: ReservationService.createReservation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T1: ReservationServiceTest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22">
            <a:extLst xmlns:a="http://schemas.openxmlformats.org/drawingml/2006/main">
              <a:ext uri="{FF2B5EF4-FFF2-40B4-BE49-F238E27FC236}">
                <a16:creationId xmlns:a16="http://schemas.microsoft.com/office/drawing/2014/main" id="{35605738-5FA4-4C3D-8D84-3D26F598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99016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Availability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85E0296C-D407-48D2-8C44-4895C9A8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38B1D309-B636-471E-8930-B55A60F2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5">
            <a:extLst xmlns:a="http://schemas.openxmlformats.org/drawingml/2006/main">
              <a:ext uri="{FF2B5EF4-FFF2-40B4-BE49-F238E27FC236}">
                <a16:creationId xmlns:a16="http://schemas.microsoft.com/office/drawing/2014/main" id="{8D2A4ADC-601E-4682-87D4-5C56AAD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99016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 26">
            <a:extLst xmlns:a="http://schemas.openxmlformats.org/drawingml/2006/main">
              <a:ext uri="{FF2B5EF4-FFF2-40B4-BE49-F238E27FC236}">
                <a16:creationId xmlns:a16="http://schemas.microsoft.com/office/drawing/2014/main" id="{F514CDCF-7C43-4695-B079-23C02E4F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99016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392E4781-C0C5-48B5-8E48-0BE45514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16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I2: ReservationService.checkAvailability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T2: ReservationLifecycleApiTest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EB131B6D-8A1E-40D3-84A3-0EA7EEC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5204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Confirm / Approval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F1A61DA8-D8AB-41FC-8C2A-F7FAE4C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OP-03/05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30">
            <a:extLst xmlns:a="http://schemas.openxmlformats.org/drawingml/2006/main">
              <a:ext uri="{FF2B5EF4-FFF2-40B4-BE49-F238E27FC236}">
                <a16:creationId xmlns:a16="http://schemas.microsoft.com/office/drawing/2014/main" id="{FA573097-42EA-420B-8C30-CB9BF580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C05 / ADR-007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6C1BAF9C-C8C1-46A9-BD0C-B54537B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35204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 32">
            <a:extLst xmlns:a="http://schemas.openxmlformats.org/drawingml/2006/main">
              <a:ext uri="{FF2B5EF4-FFF2-40B4-BE49-F238E27FC236}">
                <a16:creationId xmlns:a16="http://schemas.microsoft.com/office/drawing/2014/main" id="{F783314B-F3CC-4ECD-854D-CCFE7FDA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35204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 33">
            <a:extLst xmlns:a="http://schemas.openxmlformats.org/drawingml/2006/main">
              <a:ext uri="{FF2B5EF4-FFF2-40B4-BE49-F238E27FC236}">
                <a16:creationId xmlns:a16="http://schemas.microsoft.com/office/drawing/2014/main" id="{FA5F5CAE-F9FA-4E9F-981C-BDA2064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204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I3: confirmReservation / approveReservation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T3: ApprovalWorkflowApiTest + 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34">
            <a:extLst xmlns:a="http://schemas.openxmlformats.org/drawingml/2006/main">
              <a:ext uri="{FF2B5EF4-FFF2-40B4-BE49-F238E27FC236}">
                <a16:creationId xmlns:a16="http://schemas.microsoft.com/office/drawing/2014/main" id="{2345A7A4-C2C4-4CE5-8DE7-409E5B41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05072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Cancel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35">
            <a:extLst xmlns:a="http://schemas.openxmlformats.org/drawingml/2006/main">
              <a:ext uri="{FF2B5EF4-FFF2-40B4-BE49-F238E27FC236}">
                <a16:creationId xmlns:a16="http://schemas.microsoft.com/office/drawing/2014/main" id="{9DBB6A86-7994-4F4E-AD77-F53EF72A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Text 36">
            <a:extLst xmlns:a="http://schemas.openxmlformats.org/drawingml/2006/main">
              <a:ext uri="{FF2B5EF4-FFF2-40B4-BE49-F238E27FC236}">
                <a16:creationId xmlns:a16="http://schemas.microsoft.com/office/drawing/2014/main" id="{7DDC450A-97E3-474C-A97A-0E66A2DF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ADR-005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37">
            <a:extLst xmlns:a="http://schemas.openxmlformats.org/drawingml/2006/main">
              <a:ext uri="{FF2B5EF4-FFF2-40B4-BE49-F238E27FC236}">
                <a16:creationId xmlns:a16="http://schemas.microsoft.com/office/drawing/2014/main" id="{E56C5F21-AF68-4942-97BD-B7A9494D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05072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 38">
            <a:extLst xmlns:a="http://schemas.openxmlformats.org/drawingml/2006/main">
              <a:ext uri="{FF2B5EF4-FFF2-40B4-BE49-F238E27FC236}">
                <a16:creationId xmlns:a16="http://schemas.microsoft.com/office/drawing/2014/main" id="{871FAA6C-2E77-412C-B2FE-8497999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05072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Text 39">
            <a:extLst xmlns:a="http://schemas.openxmlformats.org/drawingml/2006/main">
              <a:ext uri="{FF2B5EF4-FFF2-40B4-BE49-F238E27FC236}">
                <a16:creationId xmlns:a16="http://schemas.microsoft.com/office/drawing/2014/main" id="{C3429D96-67B2-4A17-82C5-2CFE03AD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072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I4: ReservationService.cancelReservation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T2: ReservationLifecycleApiTest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Text 40">
            <a:extLst xmlns:a="http://schemas.openxmlformats.org/drawingml/2006/main">
              <a:ext uri="{FF2B5EF4-FFF2-40B4-BE49-F238E27FC236}">
                <a16:creationId xmlns:a16="http://schemas.microsoft.com/office/drawing/2014/main" id="{F6E67110-87D7-4D21-9E60-2188354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58100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 / BR-03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41">
            <a:extLst xmlns:a="http://schemas.openxmlformats.org/drawingml/2006/main">
              <a:ext uri="{FF2B5EF4-FFF2-40B4-BE49-F238E27FC236}">
                <a16:creationId xmlns:a16="http://schemas.microsoft.com/office/drawing/2014/main" id="{E9B3C9EE-9429-4608-B7FC-D7B720C2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BR-02/03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42">
            <a:extLst xmlns:a="http://schemas.openxmlformats.org/drawingml/2006/main">
              <a:ext uri="{FF2B5EF4-FFF2-40B4-BE49-F238E27FC236}">
                <a16:creationId xmlns:a16="http://schemas.microsoft.com/office/drawing/2014/main" id="{A5E29A2F-BE33-43DC-A791-01EC2DD1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Text 43">
            <a:extLst xmlns:a="http://schemas.openxmlformats.org/drawingml/2006/main">
              <a:ext uri="{FF2B5EF4-FFF2-40B4-BE49-F238E27FC236}">
                <a16:creationId xmlns:a16="http://schemas.microsoft.com/office/drawing/2014/main" id="{1543E6E3-D698-4A20-A519-BE5C758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58100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 / model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 44">
            <a:extLst xmlns:a="http://schemas.openxmlformats.org/drawingml/2006/main">
              <a:ext uri="{FF2B5EF4-FFF2-40B4-BE49-F238E27FC236}">
                <a16:creationId xmlns:a16="http://schemas.microsoft.com/office/drawing/2014/main" id="{F4ABC24B-DDCD-46FD-975E-F3B9F49A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58100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 45">
            <a:extLst xmlns:a="http://schemas.openxmlformats.org/drawingml/2006/main">
              <a:ext uri="{FF2B5EF4-FFF2-40B4-BE49-F238E27FC236}">
                <a16:creationId xmlns:a16="http://schemas.microsoft.com/office/drawing/2014/main" id="{B82D4E66-5C83-44DA-AE6F-AA59D048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8100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T4: ReservationTest + souběh v T2 a T3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DB: V1__init.sql, model: Reservation.java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 46">
            <a:extLst xmlns:a="http://schemas.openxmlformats.org/drawingml/2006/main">
              <a:ext uri="{FF2B5EF4-FFF2-40B4-BE49-F238E27FC236}">
                <a16:creationId xmlns:a16="http://schemas.microsoft.com/office/drawing/2014/main" id="{3C4C0BAD-DA4E-45CF-A87B-C1CDCA82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16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Changeability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Text 47">
            <a:extLst xmlns:a="http://schemas.openxmlformats.org/drawingml/2006/main">
              <a:ext uri="{FF2B5EF4-FFF2-40B4-BE49-F238E27FC236}">
                <a16:creationId xmlns:a16="http://schemas.microsoft.com/office/drawing/2014/main" id="{F736C66F-01C2-45CB-9622-349E03AF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PARTLY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Project Frame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Text 48">
            <a:extLst xmlns:a="http://schemas.openxmlformats.org/drawingml/2006/main">
              <a:ext uri="{FF2B5EF4-FFF2-40B4-BE49-F238E27FC236}">
                <a16:creationId xmlns:a16="http://schemas.microsoft.com/office/drawing/2014/main" id="{029C210F-F242-4CCA-9DDC-0CB5DB9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 49">
            <a:extLst xmlns:a="http://schemas.openxmlformats.org/drawingml/2006/main">
              <a:ext uri="{FF2B5EF4-FFF2-40B4-BE49-F238E27FC236}">
                <a16:creationId xmlns:a16="http://schemas.microsoft.com/office/drawing/2014/main" id="{B81FBA7E-1287-4E40-A292-DB4861F4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51116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 50">
            <a:extLst xmlns:a="http://schemas.openxmlformats.org/drawingml/2006/main">
              <a:ext uri="{FF2B5EF4-FFF2-40B4-BE49-F238E27FC236}">
                <a16:creationId xmlns:a16="http://schemas.microsoft.com/office/drawing/2014/main" id="{4AEBA482-5D0B-436C-897C-8E59BEA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51116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 51">
            <a:extLst xmlns:a="http://schemas.openxmlformats.org/drawingml/2006/main">
              <a:ext uri="{FF2B5EF4-FFF2-40B4-BE49-F238E27FC236}">
                <a16:creationId xmlns:a16="http://schemas.microsoft.com/office/drawing/2014/main" id="{C6D77995-9F65-4D31-BD66-F38BFEC0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116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intent-and-change.md: Changeability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OPEN. Kritérium a měření chybí.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 52">
            <a:extLst xmlns:a="http://schemas.openxmlformats.org/drawingml/2006/main">
              <a:ext uri="{FF2B5EF4-FFF2-40B4-BE49-F238E27FC236}">
                <a16:creationId xmlns:a16="http://schemas.microsoft.com/office/drawing/2014/main" id="{ECC45B27-1625-487F-9993-DE43BD5C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788080"/>
            <a:ext cx="219420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OTEVŘENÁ EVIDENCE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Text 53">
            <a:extLst xmlns:a="http://schemas.openxmlformats.org/drawingml/2006/main">
              <a:ext uri="{FF2B5EF4-FFF2-40B4-BE49-F238E27FC236}">
                <a16:creationId xmlns:a16="http://schemas.microsoft.com/office/drawing/2014/main" id="{1462C716-6558-4D9E-89DF-0D45EADA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788080"/>
            <a:ext cx="909792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OPEN. Úspěšné funkční testy nenahrazují chybějící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09949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hape 0">
            <a:extLst xmlns:a="http://schemas.openxmlformats.org/drawingml/2006/main">
              <a:ext uri="{FF2B5EF4-FFF2-40B4-BE49-F238E27FC236}">
                <a16:creationId xmlns:a16="http://schemas.microsoft.com/office/drawing/2014/main" id="{7FD1D96A-37B6-4828-B46F-4E22F5CA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 1">
            <a:extLst xmlns:a="http://schemas.openxmlformats.org/drawingml/2006/main">
              <a:ext uri="{FF2B5EF4-FFF2-40B4-BE49-F238E27FC236}">
                <a16:creationId xmlns:a16="http://schemas.microsoft.com/office/drawing/2014/main" id="{DBA8E339-7F98-4548-A040-60F8F61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ext 2">
            <a:extLst xmlns:a="http://schemas.openxmlformats.org/drawingml/2006/main">
              <a:ext uri="{FF2B5EF4-FFF2-40B4-BE49-F238E27FC236}">
                <a16:creationId xmlns:a16="http://schemas.microsoft.com/office/drawing/2014/main" id="{1924BB7C-9A57-4170-9682-7B936A8B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03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 3">
            <a:extLst xmlns:a="http://schemas.openxmlformats.org/drawingml/2006/main">
              <a:ext uri="{FF2B5EF4-FFF2-40B4-BE49-F238E27FC236}">
                <a16:creationId xmlns:a16="http://schemas.microsoft.com/office/drawing/2014/main" id="{47B17E00-A6B5-4074-B53A-901D0168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DOKONČENÉ ČÁSTI A ZBÝVAJÍCÍ PRÁCE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ext 4">
            <a:extLst xmlns:a="http://schemas.openxmlformats.org/drawingml/2006/main">
              <a:ext uri="{FF2B5EF4-FFF2-40B4-BE49-F238E27FC236}">
                <a16:creationId xmlns:a16="http://schemas.microsoft.com/office/drawing/2014/main" id="{9996732A-7871-471D-A4AC-8F911EE9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Dokumentace a funkční ověření jsou připravené. Zbývající práce se týká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 5">
            <a:extLst xmlns:a="http://schemas.openxmlformats.org/drawingml/2006/main">
              <a:ext uri="{FF2B5EF4-FFF2-40B4-BE49-F238E27FC236}">
                <a16:creationId xmlns:a16="http://schemas.microsoft.com/office/drawing/2014/main" id="{F4833486-EF50-4CDA-93E6-15D03836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Text 6">
            <a:extLst xmlns:a="http://schemas.openxmlformats.org/drawingml/2006/main">
              <a:ext uri="{FF2B5EF4-FFF2-40B4-BE49-F238E27FC236}">
                <a16:creationId xmlns:a16="http://schemas.microsoft.com/office/drawing/2014/main" id="{5ABE927C-1E45-40F6-B0C9-EB8FB879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Text 7">
            <a:extLst xmlns:a="http://schemas.openxmlformats.org/drawingml/2006/main">
              <a:ext uri="{FF2B5EF4-FFF2-40B4-BE49-F238E27FC236}">
                <a16:creationId xmlns:a16="http://schemas.microsoft.com/office/drawing/2014/main" id="{C522FBBE-7509-4A00-A53E-789E7088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hape 8">
            <a:extLst xmlns:a="http://schemas.openxmlformats.org/drawingml/2006/main">
              <a:ext uri="{FF2B5EF4-FFF2-40B4-BE49-F238E27FC236}">
                <a16:creationId xmlns:a16="http://schemas.microsoft.com/office/drawing/2014/main" id="{6DE274B2-FF1F-4A93-B29D-E9B46466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Text 9">
            <a:extLst xmlns:a="http://schemas.openxmlformats.org/drawingml/2006/main">
              <a:ext uri="{FF2B5EF4-FFF2-40B4-BE49-F238E27FC236}">
                <a16:creationId xmlns:a16="http://schemas.microsoft.com/office/drawing/2014/main" id="{C6E74BBB-0769-4D9B-B005-E8ECE8F7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0">
            <a:extLst xmlns:a="http://schemas.openxmlformats.org/drawingml/2006/main">
              <a:ext uri="{FF2B5EF4-FFF2-40B4-BE49-F238E27FC236}">
                <a16:creationId xmlns:a16="http://schemas.microsoft.com/office/drawing/2014/main" id="{B4D82FDE-0233-44CE-A0E6-430A8B24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86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Část projektu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1">
            <a:extLst xmlns:a="http://schemas.openxmlformats.org/drawingml/2006/main">
              <a:ext uri="{FF2B5EF4-FFF2-40B4-BE49-F238E27FC236}">
                <a16:creationId xmlns:a16="http://schemas.microsoft.com/office/drawing/2014/main" id="{51988046-8EB9-4E54-A177-BAB6F9B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1993320"/>
            <a:ext cx="1225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Odpovědnost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12">
            <a:extLst xmlns:a="http://schemas.openxmlformats.org/drawingml/2006/main">
              <a:ext uri="{FF2B5EF4-FFF2-40B4-BE49-F238E27FC236}">
                <a16:creationId xmlns:a16="http://schemas.microsoft.com/office/drawing/2014/main" id="{59B6D9A0-F0C7-4E82-A534-DB08023D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Plán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Text 13">
            <a:extLst xmlns:a="http://schemas.openxmlformats.org/drawingml/2006/main">
              <a:ext uri="{FF2B5EF4-FFF2-40B4-BE49-F238E27FC236}">
                <a16:creationId xmlns:a16="http://schemas.microsoft.com/office/drawing/2014/main" id="{3D81F18E-61AB-4CCF-BE05-21489FDE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1993320"/>
            <a:ext cx="16639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Skutečnost / výhled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 14">
            <a:extLst xmlns:a="http://schemas.openxmlformats.org/drawingml/2006/main">
              <a:ext uri="{FF2B5EF4-FFF2-40B4-BE49-F238E27FC236}">
                <a16:creationId xmlns:a16="http://schemas.microsoft.com/office/drawing/2014/main" id="{7B024082-0F40-44CC-BCE7-036C13B9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1993320"/>
            <a:ext cx="42332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 15">
            <a:extLst xmlns:a="http://schemas.openxmlformats.org/drawingml/2006/main">
              <a:ext uri="{FF2B5EF4-FFF2-40B4-BE49-F238E27FC236}">
                <a16:creationId xmlns:a16="http://schemas.microsoft.com/office/drawing/2014/main" id="{F7D4A153-B5E5-4F05-AF85-04B70A9D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A: technická obhajoba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Text 16">
            <a:extLst xmlns:a="http://schemas.openxmlformats.org/drawingml/2006/main">
              <a:ext uri="{FF2B5EF4-FFF2-40B4-BE49-F238E27FC236}">
                <a16:creationId xmlns:a16="http://schemas.microsoft.com/office/drawing/2014/main" id="{A5A02C99-E867-4344-946A-52DB319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24598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 17">
            <a:extLst xmlns:a="http://schemas.openxmlformats.org/drawingml/2006/main">
              <a:ext uri="{FF2B5EF4-FFF2-40B4-BE49-F238E27FC236}">
                <a16:creationId xmlns:a16="http://schemas.microsoft.com/office/drawing/2014/main" id="{FCE9D143-AB2E-4C55-B14E-8D0B68E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Text 18">
            <a:extLst xmlns:a="http://schemas.openxmlformats.org/drawingml/2006/main">
              <a:ext uri="{FF2B5EF4-FFF2-40B4-BE49-F238E27FC236}">
                <a16:creationId xmlns:a16="http://schemas.microsoft.com/office/drawing/2014/main" id="{24D21B7A-62A1-428F-A91E-FEE22BEE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24598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 19">
            <a:extLst xmlns:a="http://schemas.openxmlformats.org/drawingml/2006/main">
              <a:ext uri="{FF2B5EF4-FFF2-40B4-BE49-F238E27FC236}">
                <a16:creationId xmlns:a16="http://schemas.microsoft.com/office/drawing/2014/main" id="{67257F55-42F3-47A6-A4F9-33766BB9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24598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Požadavky, návrh,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kód a důkazy.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xt 20">
            <a:extLst xmlns:a="http://schemas.openxmlformats.org/drawingml/2006/main">
              <a:ext uri="{FF2B5EF4-FFF2-40B4-BE49-F238E27FC236}">
                <a16:creationId xmlns:a16="http://schemas.microsoft.com/office/drawing/2014/main" id="{19490EE9-4FEF-4D9E-BB60-0D92300B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07224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Ověření řešení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 21">
            <a:extLst xmlns:a="http://schemas.openxmlformats.org/drawingml/2006/main">
              <a:ext uri="{FF2B5EF4-FFF2-40B4-BE49-F238E27FC236}">
                <a16:creationId xmlns:a16="http://schemas.microsoft.com/office/drawing/2014/main" id="{683C528A-ACF3-4D8C-987E-FA0735FA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07224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 22">
            <a:extLst xmlns:a="http://schemas.openxmlformats.org/drawingml/2006/main">
              <a:ext uri="{FF2B5EF4-FFF2-40B4-BE49-F238E27FC236}">
                <a16:creationId xmlns:a16="http://schemas.microsoft.com/office/drawing/2014/main" id="{0C99C625-8F44-4B0C-8ECF-4070CAA8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07224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 23">
            <a:extLst xmlns:a="http://schemas.openxmlformats.org/drawingml/2006/main">
              <a:ext uri="{FF2B5EF4-FFF2-40B4-BE49-F238E27FC236}">
                <a16:creationId xmlns:a16="http://schemas.microsoft.com/office/drawing/2014/main" id="{02853770-C1D6-47C7-805F-B7BA179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07224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 24">
            <a:extLst xmlns:a="http://schemas.openxmlformats.org/drawingml/2006/main">
              <a:ext uri="{FF2B5EF4-FFF2-40B4-BE49-F238E27FC236}">
                <a16:creationId xmlns:a16="http://schemas.microsoft.com/office/drawing/2014/main" id="{DE2FB39F-4E31-41BC-A60B-A25D1672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07224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97 testů prošlo.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 25">
            <a:extLst xmlns:a="http://schemas.openxmlformats.org/drawingml/2006/main">
              <a:ext uri="{FF2B5EF4-FFF2-40B4-BE49-F238E27FC236}">
                <a16:creationId xmlns:a16="http://schemas.microsoft.com/office/drawing/2014/main" id="{16468B6E-8582-498D-80DE-65BDEA0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68496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B: registr rizik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Text 26">
            <a:extLst xmlns:a="http://schemas.openxmlformats.org/drawingml/2006/main">
              <a:ext uri="{FF2B5EF4-FFF2-40B4-BE49-F238E27FC236}">
                <a16:creationId xmlns:a16="http://schemas.microsoft.com/office/drawing/2014/main" id="{4213A78F-D876-4DDE-8F73-1F4AA110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68496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 27">
            <a:extLst xmlns:a="http://schemas.openxmlformats.org/drawingml/2006/main">
              <a:ext uri="{FF2B5EF4-FFF2-40B4-BE49-F238E27FC236}">
                <a16:creationId xmlns:a16="http://schemas.microsoft.com/office/drawing/2014/main" id="{2D03C070-C4A7-4C46-BC89-5A456407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68496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 28">
            <a:extLst xmlns:a="http://schemas.openxmlformats.org/drawingml/2006/main">
              <a:ext uri="{FF2B5EF4-FFF2-40B4-BE49-F238E27FC236}">
                <a16:creationId xmlns:a16="http://schemas.microsoft.com/office/drawing/2014/main" id="{659FEB21-C716-4582-A268-437AC664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68496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 29">
            <a:extLst xmlns:a="http://schemas.openxmlformats.org/drawingml/2006/main">
              <a:ext uri="{FF2B5EF4-FFF2-40B4-BE49-F238E27FC236}">
                <a16:creationId xmlns:a16="http://schemas.microsoft.com/office/drawing/2014/main" id="{296DA764-CBBE-4F85-96AB-65A19A7D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68496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Čtyři rizika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se všemi položkami.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 30">
            <a:extLst xmlns:a="http://schemas.openxmlformats.org/drawingml/2006/main">
              <a:ext uri="{FF2B5EF4-FFF2-40B4-BE49-F238E27FC236}">
                <a16:creationId xmlns:a16="http://schemas.microsoft.com/office/drawing/2014/main" id="{2705AED0-FB05-429F-9DC6-3B2D73ED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976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/ F1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Text 31">
            <a:extLst xmlns:a="http://schemas.openxmlformats.org/drawingml/2006/main">
              <a:ext uri="{FF2B5EF4-FFF2-40B4-BE49-F238E27FC236}">
                <a16:creationId xmlns:a16="http://schemas.microsoft.com/office/drawing/2014/main" id="{65C8A7BC-5DE3-4A7C-A6A6-3A996160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42976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 32">
            <a:extLst xmlns:a="http://schemas.openxmlformats.org/drawingml/2006/main">
              <a:ext uri="{FF2B5EF4-FFF2-40B4-BE49-F238E27FC236}">
                <a16:creationId xmlns:a16="http://schemas.microsoft.com/office/drawing/2014/main" id="{73374D2F-162A-4C9D-9CD6-9698FB3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2976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neurčen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 33">
            <a:extLst xmlns:a="http://schemas.openxmlformats.org/drawingml/2006/main">
              <a:ext uri="{FF2B5EF4-FFF2-40B4-BE49-F238E27FC236}">
                <a16:creationId xmlns:a16="http://schemas.microsoft.com/office/drawing/2014/main" id="{DA1EFBD9-0C17-46FF-B4DE-E40C7236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42976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Text 34">
            <a:extLst xmlns:a="http://schemas.openxmlformats.org/drawingml/2006/main">
              <a:ext uri="{FF2B5EF4-FFF2-40B4-BE49-F238E27FC236}">
                <a16:creationId xmlns:a16="http://schemas.microsoft.com/office/drawing/2014/main" id="{E50B8BAB-E6DF-47E6-AE3B-017B330B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42976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kritérium, měření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 rozhodnutí.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 35">
            <a:extLst xmlns:a="http://schemas.openxmlformats.org/drawingml/2006/main">
              <a:ext uri="{FF2B5EF4-FFF2-40B4-BE49-F238E27FC236}">
                <a16:creationId xmlns:a16="http://schemas.microsoft.com/office/drawing/2014/main" id="{DB9B6012-13F2-48BE-9C60-A45065D5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TÝM A DOSTUPNÝ ČAS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 36">
            <a:extLst xmlns:a="http://schemas.openxmlformats.org/drawingml/2006/main">
              <a:ext uri="{FF2B5EF4-FFF2-40B4-BE49-F238E27FC236}">
                <a16:creationId xmlns:a16="http://schemas.microsoft.com/office/drawing/2014/main" id="{FDF412FA-DD93-459E-B9A5-4A6C22A2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Tři členové týmu.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 zatím nezná dostupný čas ani termín dokončení C04.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Text 37">
            <a:extLst xmlns:a="http://schemas.openxmlformats.org/drawingml/2006/main">
              <a:ext uri="{FF2B5EF4-FFF2-40B4-BE49-F238E27FC236}">
                <a16:creationId xmlns:a16="http://schemas.microsoft.com/office/drawing/2014/main" id="{3C4B2E13-C6A6-41E2-B411-F3F26DE0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ZBÝVAJÍCÍ ZÁVISLOST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 38">
            <a:extLst xmlns:a="http://schemas.openxmlformats.org/drawingml/2006/main">
              <a:ext uri="{FF2B5EF4-FFF2-40B4-BE49-F238E27FC236}">
                <a16:creationId xmlns:a16="http://schemas.microsoft.com/office/drawing/2014/main" id="{712C8C9D-0FD5-4347-A373-71486BAC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Dokončení evidence C04 je podmínkou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Časový plán C04 zatím není stanovený.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360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Shape 0">
            <a:extLst xmlns:a="http://schemas.openxmlformats.org/drawingml/2006/main">
              <a:ext uri="{FF2B5EF4-FFF2-40B4-BE49-F238E27FC236}">
                <a16:creationId xmlns:a16="http://schemas.microsoft.com/office/drawing/2014/main" id="{26B98447-5488-4BD4-B97B-2C74440B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 1">
            <a:extLst xmlns:a="http://schemas.openxmlformats.org/drawingml/2006/main">
              <a:ext uri="{FF2B5EF4-FFF2-40B4-BE49-F238E27FC236}">
                <a16:creationId xmlns:a16="http://schemas.microsoft.com/office/drawing/2014/main" id="{8EFA20A0-F377-4B30-BFFA-21297602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Text 2">
            <a:extLst xmlns:a="http://schemas.openxmlformats.org/drawingml/2006/main">
              <a:ext uri="{FF2B5EF4-FFF2-40B4-BE49-F238E27FC236}">
                <a16:creationId xmlns:a16="http://schemas.microsoft.com/office/drawing/2014/main" id="{65E26776-6C7B-409B-B151-2596D064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04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 3">
            <a:extLst xmlns:a="http://schemas.openxmlformats.org/drawingml/2006/main">
              <a:ext uri="{FF2B5EF4-FFF2-40B4-BE49-F238E27FC236}">
                <a16:creationId xmlns:a16="http://schemas.microsoft.com/office/drawing/2014/main" id="{915F4F38-F89B-4FF8-A07B-CDA1745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HLAVNÍ RIZIKA A OTEVŘENÉ BODY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Text 4">
            <a:extLst xmlns:a="http://schemas.openxmlformats.org/drawingml/2006/main">
              <a:ext uri="{FF2B5EF4-FFF2-40B4-BE49-F238E27FC236}">
                <a16:creationId xmlns:a16="http://schemas.microsoft.com/office/drawing/2014/main" id="{ECACDD96-A45C-486B-B9C3-4C44B522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Budoucí rizika jsou přijatá. Jediný otevřený nález je C04 /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Text 5">
            <a:extLst xmlns:a="http://schemas.openxmlformats.org/drawingml/2006/main">
              <a:ext uri="{FF2B5EF4-FFF2-40B4-BE49-F238E27FC236}">
                <a16:creationId xmlns:a16="http://schemas.microsoft.com/office/drawing/2014/main" id="{784EE52B-0F63-4E96-BEC0-62C8CBA6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Text 6">
            <a:extLst xmlns:a="http://schemas.openxmlformats.org/drawingml/2006/main">
              <a:ext uri="{FF2B5EF4-FFF2-40B4-BE49-F238E27FC236}">
                <a16:creationId xmlns:a16="http://schemas.microsoft.com/office/drawing/2014/main" id="{929DB7A6-EAB6-4075-8680-FA33B63B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 7">
            <a:extLst xmlns:a="http://schemas.openxmlformats.org/drawingml/2006/main">
              <a:ext uri="{FF2B5EF4-FFF2-40B4-BE49-F238E27FC236}">
                <a16:creationId xmlns:a16="http://schemas.microsoft.com/office/drawing/2014/main" id="{AA64BF5D-74CB-409C-A367-136F0217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Shape 8">
            <a:extLst xmlns:a="http://schemas.openxmlformats.org/drawingml/2006/main">
              <a:ext uri="{FF2B5EF4-FFF2-40B4-BE49-F238E27FC236}">
                <a16:creationId xmlns:a16="http://schemas.microsoft.com/office/drawing/2014/main" id="{ABEC9131-2E32-4838-A3EC-6EB578CB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 9">
            <a:extLst xmlns:a="http://schemas.openxmlformats.org/drawingml/2006/main">
              <a:ext uri="{FF2B5EF4-FFF2-40B4-BE49-F238E27FC236}">
                <a16:creationId xmlns:a16="http://schemas.microsoft.com/office/drawing/2014/main" id="{5E27F902-8BAD-476C-AA46-48D70DA0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10">
            <a:extLst xmlns:a="http://schemas.openxmlformats.org/drawingml/2006/main">
              <a:ext uri="{FF2B5EF4-FFF2-40B4-BE49-F238E27FC236}">
                <a16:creationId xmlns:a16="http://schemas.microsoft.com/office/drawing/2014/main" id="{DB725986-F5D4-41F5-943D-3518924C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11">
            <a:extLst xmlns:a="http://schemas.openxmlformats.org/drawingml/2006/main">
              <a:ext uri="{FF2B5EF4-FFF2-40B4-BE49-F238E27FC236}">
                <a16:creationId xmlns:a16="http://schemas.microsoft.com/office/drawing/2014/main" id="{8CF312C4-368E-4B04-97D5-6D54436E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Počáteční L/I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 12">
            <a:extLst xmlns:a="http://schemas.openxmlformats.org/drawingml/2006/main">
              <a:ext uri="{FF2B5EF4-FFF2-40B4-BE49-F238E27FC236}">
                <a16:creationId xmlns:a16="http://schemas.microsoft.com/office/drawing/2014/main" id="{044BBEC7-963B-442E-8A8F-8A12E73B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993320"/>
            <a:ext cx="1270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13">
            <a:extLst xmlns:a="http://schemas.openxmlformats.org/drawingml/2006/main">
              <a:ext uri="{FF2B5EF4-FFF2-40B4-BE49-F238E27FC236}">
                <a16:creationId xmlns:a16="http://schemas.microsoft.com/office/drawing/2014/main" id="{AE35870E-D9A3-4118-86A1-ED174568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Opatření / vlastník / 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 14">
            <a:extLst xmlns:a="http://schemas.openxmlformats.org/drawingml/2006/main">
              <a:ext uri="{FF2B5EF4-FFF2-40B4-BE49-F238E27FC236}">
                <a16:creationId xmlns:a16="http://schemas.microsoft.com/office/drawing/2014/main" id="{1FF66276-AC26-4FD1-87D4-2842890D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1993320"/>
            <a:ext cx="24868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Zbytkové 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Text 15">
            <a:extLst xmlns:a="http://schemas.openxmlformats.org/drawingml/2006/main">
              <a:ext uri="{FF2B5EF4-FFF2-40B4-BE49-F238E27FC236}">
                <a16:creationId xmlns:a16="http://schemas.microsoft.com/office/drawing/2014/main" id="{08CC6DE0-2E07-4123-83C9-521DC16B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1993320"/>
            <a:ext cx="17827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/ přijetí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 16">
            <a:extLst xmlns:a="http://schemas.openxmlformats.org/drawingml/2006/main">
              <a:ext uri="{FF2B5EF4-FFF2-40B4-BE49-F238E27FC236}">
                <a16:creationId xmlns:a16="http://schemas.microsoft.com/office/drawing/2014/main" id="{408F0368-1BCC-4561-B3C7-41CEF636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Dvě potvrzení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stejné učebny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Text 17">
            <a:extLst xmlns:a="http://schemas.openxmlformats.org/drawingml/2006/main">
              <a:ext uri="{FF2B5EF4-FFF2-40B4-BE49-F238E27FC236}">
                <a16:creationId xmlns:a16="http://schemas.microsoft.com/office/drawing/2014/main" id="{CA5F1F91-A87B-4723-9CF3-D93148F4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24598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HIGH (6)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66527972-A54E-428E-8695-12D54EC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598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 19">
            <a:extLst xmlns:a="http://schemas.openxmlformats.org/drawingml/2006/main">
              <a:ext uri="{FF2B5EF4-FFF2-40B4-BE49-F238E27FC236}">
                <a16:creationId xmlns:a16="http://schemas.microsoft.com/office/drawing/2014/main" id="{7134964C-CB10-4B71-A076-20FECD6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 ochrana a souběžné testy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ext 20">
            <a:extLst xmlns:a="http://schemas.openxmlformats.org/drawingml/2006/main">
              <a:ext uri="{FF2B5EF4-FFF2-40B4-BE49-F238E27FC236}">
                <a16:creationId xmlns:a16="http://schemas.microsoft.com/office/drawing/2014/main" id="{2DCF7E57-FA72-46E6-9657-EDE77AA9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24598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 21">
            <a:extLst xmlns:a="http://schemas.openxmlformats.org/drawingml/2006/main">
              <a:ext uri="{FF2B5EF4-FFF2-40B4-BE49-F238E27FC236}">
                <a16:creationId xmlns:a16="http://schemas.microsoft.com/office/drawing/2014/main" id="{935D778E-2336-4909-8958-374C35C6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24598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ochrany / test selže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 22">
            <a:extLst xmlns:a="http://schemas.openxmlformats.org/drawingml/2006/main">
              <a:ext uri="{FF2B5EF4-FFF2-40B4-BE49-F238E27FC236}">
                <a16:creationId xmlns:a16="http://schemas.microsoft.com/office/drawing/2014/main" id="{7CC33ED9-EDB2-45E2-BF48-6EED7E04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R-01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Dokumentace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neodpovídá kódu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 23">
            <a:extLst xmlns:a="http://schemas.openxmlformats.org/drawingml/2006/main">
              <a:ext uri="{FF2B5EF4-FFF2-40B4-BE49-F238E27FC236}">
                <a16:creationId xmlns:a16="http://schemas.microsoft.com/office/drawing/2014/main" id="{88D66C3A-FCF1-41F6-86F3-CAA2844F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33742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 24">
            <a:extLst xmlns:a="http://schemas.openxmlformats.org/drawingml/2006/main">
              <a:ext uri="{FF2B5EF4-FFF2-40B4-BE49-F238E27FC236}">
                <a16:creationId xmlns:a16="http://schemas.microsoft.com/office/drawing/2014/main" id="{BF38C7DA-99E5-41FC-AF57-C86E3E3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3742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 25">
            <a:extLst xmlns:a="http://schemas.openxmlformats.org/drawingml/2006/main">
              <a:ext uri="{FF2B5EF4-FFF2-40B4-BE49-F238E27FC236}">
                <a16:creationId xmlns:a16="http://schemas.microsoft.com/office/drawing/2014/main" id="{7B46BA14-31B3-4CD4-8F13-7735546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Porovnat specifikaci a C05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26">
            <a:extLst xmlns:a="http://schemas.openxmlformats.org/drawingml/2006/main">
              <a:ext uri="{FF2B5EF4-FFF2-40B4-BE49-F238E27FC236}">
                <a16:creationId xmlns:a16="http://schemas.microsoft.com/office/drawing/2014/main" id="{B69FF278-1E1F-49EE-8F23-122DE550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33742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 27">
            <a:extLst xmlns:a="http://schemas.openxmlformats.org/drawingml/2006/main">
              <a:ext uri="{FF2B5EF4-FFF2-40B4-BE49-F238E27FC236}">
                <a16:creationId xmlns:a16="http://schemas.microsoft.com/office/drawing/2014/main" id="{7F5298E9-E0A0-4468-8960-17C5EDE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33742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pravidla / rozpor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 28">
            <a:extLst xmlns:a="http://schemas.openxmlformats.org/drawingml/2006/main">
              <a:ext uri="{FF2B5EF4-FFF2-40B4-BE49-F238E27FC236}">
                <a16:creationId xmlns:a16="http://schemas.microsoft.com/office/drawing/2014/main" id="{9B8234CA-55A2-47E0-BDEE-2582030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R-04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Úkol ze cvičení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nebude včas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 29">
            <a:extLst xmlns:a="http://schemas.openxmlformats.org/drawingml/2006/main">
              <a:ext uri="{FF2B5EF4-FFF2-40B4-BE49-F238E27FC236}">
                <a16:creationId xmlns:a16="http://schemas.microsoft.com/office/drawing/2014/main" id="{3740111E-1293-460C-8187-DD7EC86C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42886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 30">
            <a:extLst xmlns:a="http://schemas.openxmlformats.org/drawingml/2006/main">
              <a:ext uri="{FF2B5EF4-FFF2-40B4-BE49-F238E27FC236}">
                <a16:creationId xmlns:a16="http://schemas.microsoft.com/office/drawing/2014/main" id="{977FB8AD-7D4A-47F6-AF87-AE2E99EE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2886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 31">
            <a:extLst xmlns:a="http://schemas.openxmlformats.org/drawingml/2006/main">
              <a:ext uri="{FF2B5EF4-FFF2-40B4-BE49-F238E27FC236}">
                <a16:creationId xmlns:a16="http://schemas.microsoft.com/office/drawing/2014/main" id="{5227673D-03FC-45A0-87A9-FF2BFF28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Rozdělit práci a kontrolovat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 32">
            <a:extLst xmlns:a="http://schemas.openxmlformats.org/drawingml/2006/main">
              <a:ext uri="{FF2B5EF4-FFF2-40B4-BE49-F238E27FC236}">
                <a16:creationId xmlns:a16="http://schemas.microsoft.com/office/drawing/2014/main" id="{F0B5379F-2867-4B77-AF01-E316AECF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42886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Text 33">
            <a:extLst xmlns:a="http://schemas.openxmlformats.org/drawingml/2006/main">
              <a:ext uri="{FF2B5EF4-FFF2-40B4-BE49-F238E27FC236}">
                <a16:creationId xmlns:a16="http://schemas.microsoft.com/office/drawing/2014/main" id="{CB2A4D6B-ABAC-443C-8E4C-C8EE9690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42886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Práce zaostává za plánem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Kryštof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Text 34">
            <a:extLst xmlns:a="http://schemas.openxmlformats.org/drawingml/2006/main">
              <a:ext uri="{FF2B5EF4-FFF2-40B4-BE49-F238E27FC236}">
                <a16:creationId xmlns:a16="http://schemas.microsoft.com/office/drawing/2014/main" id="{B4311CB4-9505-4AC6-B151-253B769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30880"/>
            <a:ext cx="2194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OTEVŘENÉ ISSUES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Text 35">
            <a:extLst xmlns:a="http://schemas.openxmlformats.org/drawingml/2006/main">
              <a:ext uri="{FF2B5EF4-FFF2-40B4-BE49-F238E27FC236}">
                <a16:creationId xmlns:a16="http://schemas.microsoft.com/office/drawing/2014/main" id="{C787FE8A-8811-409B-A29E-502E934A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330880"/>
            <a:ext cx="90979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OPEN: chybí úplný řetězec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Další krok: doplnit kritérium, měření a navazující rozhodnutí.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36">
            <a:extLst xmlns:a="http://schemas.openxmlformats.org/drawingml/2006/main">
              <a:ext uri="{FF2B5EF4-FFF2-40B4-BE49-F238E27FC236}">
                <a16:creationId xmlns:a16="http://schemas.microsoft.com/office/drawing/2014/main" id="{64AEE999-CBF6-4B9B-AF5B-990AF71F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026040"/>
            <a:ext cx="1129248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L × I: 1–2 LOW, 3–4 MEDIUM, 6–9 HIGH. R-02 je ve čtyřpoložkovém registru v repozitáři.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00833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Shape 0">
            <a:extLst xmlns:a="http://schemas.openxmlformats.org/drawingml/2006/main">
              <a:ext uri="{FF2B5EF4-FFF2-40B4-BE49-F238E27FC236}">
                <a16:creationId xmlns:a16="http://schemas.microsoft.com/office/drawing/2014/main" id="{1FA06B77-C360-4CFD-A838-CB8D3EEC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1">
            <a:extLst xmlns:a="http://schemas.openxmlformats.org/drawingml/2006/main">
              <a:ext uri="{FF2B5EF4-FFF2-40B4-BE49-F238E27FC236}">
                <a16:creationId xmlns:a16="http://schemas.microsoft.com/office/drawing/2014/main" id="{DD771EFC-7EA0-45C5-AB5B-FAEC152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 2">
            <a:extLst xmlns:a="http://schemas.openxmlformats.org/drawingml/2006/main">
              <a:ext uri="{FF2B5EF4-FFF2-40B4-BE49-F238E27FC236}">
                <a16:creationId xmlns:a16="http://schemas.microsoft.com/office/drawing/2014/main" id="{0A103579-D87E-4B87-9302-7982D903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05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3">
            <a:extLst xmlns:a="http://schemas.openxmlformats.org/drawingml/2006/main">
              <a:ext uri="{FF2B5EF4-FFF2-40B4-BE49-F238E27FC236}">
                <a16:creationId xmlns:a16="http://schemas.microsoft.com/office/drawing/2014/main" id="{353BED46-894F-4B58-9B3F-B022AB92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DALŠÍ KROKY K C04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4">
            <a:extLst xmlns:a="http://schemas.openxmlformats.org/drawingml/2006/main">
              <a:ext uri="{FF2B5EF4-FFF2-40B4-BE49-F238E27FC236}">
                <a16:creationId xmlns:a16="http://schemas.microsoft.com/office/drawing/2014/main" id="{EE1BE37F-AD4A-4731-B8B9-B503154E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Všechny další kroky směřují k uzavření jediného otevřeného nálezu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5">
            <a:extLst xmlns:a="http://schemas.openxmlformats.org/drawingml/2006/main">
              <a:ext uri="{FF2B5EF4-FFF2-40B4-BE49-F238E27FC236}">
                <a16:creationId xmlns:a16="http://schemas.microsoft.com/office/drawing/2014/main" id="{8CD59BE1-072E-485A-A116-F05277D3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Text 6">
            <a:extLst xmlns:a="http://schemas.openxmlformats.org/drawingml/2006/main">
              <a:ext uri="{FF2B5EF4-FFF2-40B4-BE49-F238E27FC236}">
                <a16:creationId xmlns:a16="http://schemas.microsoft.com/office/drawing/2014/main" id="{644912CF-E616-42AC-A60C-6A527B35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7">
            <a:extLst xmlns:a="http://schemas.openxmlformats.org/drawingml/2006/main">
              <a:ext uri="{FF2B5EF4-FFF2-40B4-BE49-F238E27FC236}">
                <a16:creationId xmlns:a16="http://schemas.microsoft.com/office/drawing/2014/main" id="{2D464479-481A-4568-BF78-48BF5A0B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hape 8">
            <a:extLst xmlns:a="http://schemas.openxmlformats.org/drawingml/2006/main">
              <a:ext uri="{FF2B5EF4-FFF2-40B4-BE49-F238E27FC236}">
                <a16:creationId xmlns:a16="http://schemas.microsoft.com/office/drawing/2014/main" id="{27386D79-E54D-40E1-B8FA-AA712B18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9">
            <a:extLst xmlns:a="http://schemas.openxmlformats.org/drawingml/2006/main">
              <a:ext uri="{FF2B5EF4-FFF2-40B4-BE49-F238E27FC236}">
                <a16:creationId xmlns:a16="http://schemas.microsoft.com/office/drawing/2014/main" id="{AF1FC359-77DD-4756-915B-EF0AABE9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Text 10">
            <a:extLst xmlns:a="http://schemas.openxmlformats.org/drawingml/2006/main">
              <a:ext uri="{FF2B5EF4-FFF2-40B4-BE49-F238E27FC236}">
                <a16:creationId xmlns:a16="http://schemas.microsoft.com/office/drawing/2014/main" id="{65311AF7-5A31-41B5-AE14-344D0B0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797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Priorita / akce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1">
            <a:extLst xmlns:a="http://schemas.openxmlformats.org/drawingml/2006/main">
              <a:ext uri="{FF2B5EF4-FFF2-40B4-BE49-F238E27FC236}">
                <a16:creationId xmlns:a16="http://schemas.microsoft.com/office/drawing/2014/main" id="{57C8AE5B-BB8D-4430-8530-F726ADBC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93320"/>
            <a:ext cx="1288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Vlastník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2">
            <a:extLst xmlns:a="http://schemas.openxmlformats.org/drawingml/2006/main">
              <a:ext uri="{FF2B5EF4-FFF2-40B4-BE49-F238E27FC236}">
                <a16:creationId xmlns:a16="http://schemas.microsoft.com/office/drawing/2014/main" id="{8708BDD1-EB2C-4768-A491-10DDA09E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15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3">
            <a:extLst xmlns:a="http://schemas.openxmlformats.org/drawingml/2006/main">
              <a:ext uri="{FF2B5EF4-FFF2-40B4-BE49-F238E27FC236}">
                <a16:creationId xmlns:a16="http://schemas.microsoft.com/office/drawing/2014/main" id="{ABB5101A-71D8-4CE8-A774-3D232D91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1993320"/>
            <a:ext cx="4087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Hotovo, když existuje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Text 14">
            <a:extLst xmlns:a="http://schemas.openxmlformats.org/drawingml/2006/main">
              <a:ext uri="{FF2B5EF4-FFF2-40B4-BE49-F238E27FC236}">
                <a16:creationId xmlns:a16="http://schemas.microsoft.com/office/drawing/2014/main" id="{4CF06A06-D039-48EE-9E7D-52EB1702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1993320"/>
            <a:ext cx="1965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Vazba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Text 15">
            <a:extLst xmlns:a="http://schemas.openxmlformats.org/drawingml/2006/main">
              <a:ext uri="{FF2B5EF4-FFF2-40B4-BE49-F238E27FC236}">
                <a16:creationId xmlns:a16="http://schemas.microsoft.com/office/drawing/2014/main" id="{BC87075E-2E7A-4B2B-937A-9CDFE1F7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P1 Kritérium C04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6">
            <a:extLst xmlns:a="http://schemas.openxmlformats.org/drawingml/2006/main">
              <a:ext uri="{FF2B5EF4-FFF2-40B4-BE49-F238E27FC236}">
                <a16:creationId xmlns:a16="http://schemas.microsoft.com/office/drawing/2014/main" id="{6A164B87-24A9-493B-B360-CEEEE5F5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45988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Text 17">
            <a:extLst xmlns:a="http://schemas.openxmlformats.org/drawingml/2006/main">
              <a:ext uri="{FF2B5EF4-FFF2-40B4-BE49-F238E27FC236}">
                <a16:creationId xmlns:a16="http://schemas.microsoft.com/office/drawing/2014/main" id="{D4F854C3-161A-4BAD-9584-491AA612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Neurčen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 18">
            <a:extLst xmlns:a="http://schemas.openxmlformats.org/drawingml/2006/main">
              <a:ext uri="{FF2B5EF4-FFF2-40B4-BE49-F238E27FC236}">
                <a16:creationId xmlns:a16="http://schemas.microsoft.com/office/drawing/2014/main" id="{DA7C1A55-6CDC-4C45-864A-B0F38C8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245988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Popsaný quality concern a kritérium,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podle kterého lze vyhodnotit výsledek.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 19">
            <a:extLst xmlns:a="http://schemas.openxmlformats.org/drawingml/2006/main">
              <a:ext uri="{FF2B5EF4-FFF2-40B4-BE49-F238E27FC236}">
                <a16:creationId xmlns:a16="http://schemas.microsoft.com/office/drawing/2014/main" id="{A81B7551-C6D6-49BE-85B5-1397904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245988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 20">
            <a:extLst xmlns:a="http://schemas.openxmlformats.org/drawingml/2006/main">
              <a:ext uri="{FF2B5EF4-FFF2-40B4-BE49-F238E27FC236}">
                <a16:creationId xmlns:a16="http://schemas.microsoft.com/office/drawing/2014/main" id="{AF9D6494-291C-432B-B3CC-299B5718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9140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P2 Měření a důkazy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 21">
            <a:extLst xmlns:a="http://schemas.openxmlformats.org/drawingml/2006/main">
              <a:ext uri="{FF2B5EF4-FFF2-40B4-BE49-F238E27FC236}">
                <a16:creationId xmlns:a16="http://schemas.microsoft.com/office/drawing/2014/main" id="{0E7EC900-69BE-4707-94B9-8CA03E9B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9140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Filip Vodák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 22">
            <a:extLst xmlns:a="http://schemas.openxmlformats.org/drawingml/2006/main">
              <a:ext uri="{FF2B5EF4-FFF2-40B4-BE49-F238E27FC236}">
                <a16:creationId xmlns:a16="http://schemas.microsoft.com/office/drawing/2014/main" id="{F7CF37F9-C35C-4F80-93F4-6FFAED83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19140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Text 23">
            <a:extLst xmlns:a="http://schemas.openxmlformats.org/drawingml/2006/main">
              <a:ext uri="{FF2B5EF4-FFF2-40B4-BE49-F238E27FC236}">
                <a16:creationId xmlns:a16="http://schemas.microsoft.com/office/drawing/2014/main" id="{2DBDBF65-0AE2-40FE-801D-396FECD9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19140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Zapsané podmínky měření a skutečný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výsledek odpovídající kritériu.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 24">
            <a:extLst xmlns:a="http://schemas.openxmlformats.org/drawingml/2006/main">
              <a:ext uri="{FF2B5EF4-FFF2-40B4-BE49-F238E27FC236}">
                <a16:creationId xmlns:a16="http://schemas.microsoft.com/office/drawing/2014/main" id="{AA1834B8-F289-4E37-8BE4-45380EB9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19140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Text 25">
            <a:extLst xmlns:a="http://schemas.openxmlformats.org/drawingml/2006/main">
              <a:ext uri="{FF2B5EF4-FFF2-40B4-BE49-F238E27FC236}">
                <a16:creationId xmlns:a16="http://schemas.microsoft.com/office/drawing/2014/main" id="{78202527-9B52-457A-982C-B392A24F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92292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P3 Rozhodnutí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 26">
            <a:extLst xmlns:a="http://schemas.openxmlformats.org/drawingml/2006/main">
              <a:ext uri="{FF2B5EF4-FFF2-40B4-BE49-F238E27FC236}">
                <a16:creationId xmlns:a16="http://schemas.microsoft.com/office/drawing/2014/main" id="{F1A5696B-E8F7-4D28-A606-DC6C0D4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2292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 27">
            <a:extLst xmlns:a="http://schemas.openxmlformats.org/drawingml/2006/main">
              <a:ext uri="{FF2B5EF4-FFF2-40B4-BE49-F238E27FC236}">
                <a16:creationId xmlns:a16="http://schemas.microsoft.com/office/drawing/2014/main" id="{9B1990E3-01AB-45D0-BE07-C789C0A0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92292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P2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Text 28">
            <a:extLst xmlns:a="http://schemas.openxmlformats.org/drawingml/2006/main">
              <a:ext uri="{FF2B5EF4-FFF2-40B4-BE49-F238E27FC236}">
                <a16:creationId xmlns:a16="http://schemas.microsoft.com/office/drawing/2014/main" id="{CD136DD9-1619-4DB8-9A0D-45DDDAD5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92292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Závěr vycházející z měření a vazba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na architektonické rozhodnutí.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Text 29">
            <a:extLst xmlns:a="http://schemas.openxmlformats.org/drawingml/2006/main">
              <a:ext uri="{FF2B5EF4-FFF2-40B4-BE49-F238E27FC236}">
                <a16:creationId xmlns:a16="http://schemas.microsoft.com/office/drawing/2014/main" id="{75078B6A-609F-4BE3-B2C1-7CB4B06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92292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 30">
            <a:extLst xmlns:a="http://schemas.openxmlformats.org/drawingml/2006/main">
              <a:ext uri="{FF2B5EF4-FFF2-40B4-BE49-F238E27FC236}">
                <a16:creationId xmlns:a16="http://schemas.microsoft.com/office/drawing/2014/main" id="{A4491DB8-7AF9-457E-826C-A7C1F76A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65444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P4 Uzavření 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Text 31">
            <a:extLst xmlns:a="http://schemas.openxmlformats.org/drawingml/2006/main">
              <a:ext uri="{FF2B5EF4-FFF2-40B4-BE49-F238E27FC236}">
                <a16:creationId xmlns:a16="http://schemas.microsoft.com/office/drawing/2014/main" id="{201FAC15-FBDC-47FE-A13B-F497D9D5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5444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 32">
            <a:extLst xmlns:a="http://schemas.openxmlformats.org/drawingml/2006/main">
              <a:ext uri="{FF2B5EF4-FFF2-40B4-BE49-F238E27FC236}">
                <a16:creationId xmlns:a16="http://schemas.microsoft.com/office/drawing/2014/main" id="{396C98DA-EFFF-48EA-8345-6832E26D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65444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P3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 33">
            <a:extLst xmlns:a="http://schemas.openxmlformats.org/drawingml/2006/main">
              <a:ext uri="{FF2B5EF4-FFF2-40B4-BE49-F238E27FC236}">
                <a16:creationId xmlns:a16="http://schemas.microsoft.com/office/drawing/2014/main" id="{9C152A72-D929-4167-B8E6-81EE787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465444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Úplný řetězec C04 a dohledatelný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commit s důkazem kontroly.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 34">
            <a:extLst xmlns:a="http://schemas.openxmlformats.org/drawingml/2006/main">
              <a:ext uri="{FF2B5EF4-FFF2-40B4-BE49-F238E27FC236}">
                <a16:creationId xmlns:a16="http://schemas.microsoft.com/office/drawing/2014/main" id="{9BED345F-4F6D-4753-B3E1-0CBAE1C7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465444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 35">
            <a:extLst xmlns:a="http://schemas.openxmlformats.org/drawingml/2006/main">
              <a:ext uri="{FF2B5EF4-FFF2-40B4-BE49-F238E27FC236}">
                <a16:creationId xmlns:a16="http://schemas.microsoft.com/office/drawing/2014/main" id="{5ED1E829-FFE9-47E5-82CE-25A6D96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68840"/>
            <a:ext cx="219420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 C04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Text 36">
            <a:extLst xmlns:a="http://schemas.openxmlformats.org/drawingml/2006/main">
              <a:ext uri="{FF2B5EF4-FFF2-40B4-BE49-F238E27FC236}">
                <a16:creationId xmlns:a16="http://schemas.microsoft.com/office/drawing/2014/main" id="{C547C12D-746A-4AE3-9E89-9D56F4C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68840"/>
            <a:ext cx="90979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 zatím nezná dostupný čas ani termín dokončení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47509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Shape 0">
            <a:extLst xmlns:a="http://schemas.openxmlformats.org/drawingml/2006/main">
              <a:ext uri="{FF2B5EF4-FFF2-40B4-BE49-F238E27FC236}">
                <a16:creationId xmlns:a16="http://schemas.microsoft.com/office/drawing/2014/main" id="{2CA3B038-AE5A-4EDA-B41D-87E472DE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 1">
            <a:extLst xmlns:a="http://schemas.openxmlformats.org/drawingml/2006/main">
              <a:ext uri="{FF2B5EF4-FFF2-40B4-BE49-F238E27FC236}">
                <a16:creationId xmlns:a16="http://schemas.microsoft.com/office/drawing/2014/main" id="{E5BCAD01-A102-44A0-B98D-6CAC4A2A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 2">
            <a:extLst xmlns:a="http://schemas.openxmlformats.org/drawingml/2006/main">
              <a:ext uri="{FF2B5EF4-FFF2-40B4-BE49-F238E27FC236}">
                <a16:creationId xmlns:a16="http://schemas.microsoft.com/office/drawing/2014/main" id="{80554291-1569-4038-82C7-4B73664E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06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ext 3">
            <a:extLst xmlns:a="http://schemas.openxmlformats.org/drawingml/2006/main">
              <a:ext uri="{FF2B5EF4-FFF2-40B4-BE49-F238E27FC236}">
                <a16:creationId xmlns:a16="http://schemas.microsoft.com/office/drawing/2014/main" id="{A871B354-0467-415D-9809-FB974954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ZÁVĚR A DALŠÍ POSTUP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 4">
            <a:extLst xmlns:a="http://schemas.openxmlformats.org/drawingml/2006/main">
              <a:ext uri="{FF2B5EF4-FFF2-40B4-BE49-F238E27FC236}">
                <a16:creationId xmlns:a16="http://schemas.microsoft.com/office/drawing/2014/main" id="{F087728F-7FCA-416C-B1B0-746622C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Funkční řešení a jeho ověření jsou připravené. Zbývá evidence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 5">
            <a:extLst xmlns:a="http://schemas.openxmlformats.org/drawingml/2006/main">
              <a:ext uri="{FF2B5EF4-FFF2-40B4-BE49-F238E27FC236}">
                <a16:creationId xmlns:a16="http://schemas.microsoft.com/office/drawing/2014/main" id="{24E9A6DD-ADFA-4CDB-A149-EAED7CB0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ext 6">
            <a:extLst xmlns:a="http://schemas.openxmlformats.org/drawingml/2006/main">
              <a:ext uri="{FF2B5EF4-FFF2-40B4-BE49-F238E27FC236}">
                <a16:creationId xmlns:a16="http://schemas.microsoft.com/office/drawing/2014/main" id="{8D9F43E4-0AF9-4EEB-ABEA-EA4CFC81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 7">
            <a:extLst xmlns:a="http://schemas.openxmlformats.org/drawingml/2006/main">
              <a:ext uri="{FF2B5EF4-FFF2-40B4-BE49-F238E27FC236}">
                <a16:creationId xmlns:a16="http://schemas.microsoft.com/office/drawing/2014/main" id="{4B0EEE0E-8B05-41B0-AB48-BB6C9BD6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Shape 8">
            <a:extLst xmlns:a="http://schemas.openxmlformats.org/drawingml/2006/main">
              <a:ext uri="{FF2B5EF4-FFF2-40B4-BE49-F238E27FC236}">
                <a16:creationId xmlns:a16="http://schemas.microsoft.com/office/drawing/2014/main" id="{AE62CCE0-44A5-4707-AA4F-C2416F14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 9">
            <a:extLst xmlns:a="http://schemas.openxmlformats.org/drawingml/2006/main">
              <a:ext uri="{FF2B5EF4-FFF2-40B4-BE49-F238E27FC236}">
                <a16:creationId xmlns:a16="http://schemas.microsoft.com/office/drawing/2014/main" id="{A2ADEF37-73A7-4E18-8653-C61092EC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 10">
            <a:extLst xmlns:a="http://schemas.openxmlformats.org/drawingml/2006/main">
              <a:ext uri="{FF2B5EF4-FFF2-40B4-BE49-F238E27FC236}">
                <a16:creationId xmlns:a16="http://schemas.microsoft.com/office/drawing/2014/main" id="{5E8B5DE4-935C-4B39-91B1-632FF80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DOLOŽENÉ VÝSLEDKY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 11">
            <a:extLst xmlns:a="http://schemas.openxmlformats.org/drawingml/2006/main">
              <a:ext uri="{FF2B5EF4-FFF2-40B4-BE49-F238E27FC236}">
                <a16:creationId xmlns:a16="http://schemas.microsoft.com/office/drawing/2014/main" id="{F917E9F8-3C18-45AF-975E-671952E2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Create, Availability, Confirm/Approval a Cancel.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Souběžné potvrzení přidělí učebnu jen jednou.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Text 12">
            <a:extLst xmlns:a="http://schemas.openxmlformats.org/drawingml/2006/main">
              <a:ext uri="{FF2B5EF4-FFF2-40B4-BE49-F238E27FC236}">
                <a16:creationId xmlns:a16="http://schemas.microsoft.com/office/drawing/2014/main" id="{17362A31-A6F5-4774-8FE5-AD81447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OTEVŘENÝ NÁLEZ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 13">
            <a:extLst xmlns:a="http://schemas.openxmlformats.org/drawingml/2006/main">
              <a:ext uri="{FF2B5EF4-FFF2-40B4-BE49-F238E27FC236}">
                <a16:creationId xmlns:a16="http://schemas.microsoft.com/office/drawing/2014/main" id="{A338A2CC-3929-40FE-BF81-27E7DC0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C04: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Quality Concern, Criterion, Measurement, Decision.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Text 14">
            <a:extLst xmlns:a="http://schemas.openxmlformats.org/drawingml/2006/main">
              <a:ext uri="{FF2B5EF4-FFF2-40B4-BE49-F238E27FC236}">
                <a16:creationId xmlns:a16="http://schemas.microsoft.com/office/drawing/2014/main" id="{CA377D60-8A08-42F4-969B-7C12B4B3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RIZIKO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Text 15">
            <a:extLst xmlns:a="http://schemas.openxmlformats.org/drawingml/2006/main">
              <a:ext uri="{FF2B5EF4-FFF2-40B4-BE49-F238E27FC236}">
                <a16:creationId xmlns:a16="http://schemas.microsoft.com/office/drawing/2014/main" id="{3EB12C8D-F2F0-4F91-9634-FCD01070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R-03: dvojí přidělení učebny.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Jakub: DB ochrana a souběžné testy VERIFIED.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Skutečné zbytkové riziko MEDIUM (3), přijato.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 16">
            <a:extLst xmlns:a="http://schemas.openxmlformats.org/drawingml/2006/main">
              <a:ext uri="{FF2B5EF4-FFF2-40B4-BE49-F238E27FC236}">
                <a16:creationId xmlns:a16="http://schemas.microsoft.com/office/drawing/2014/main" id="{3C636EB3-B75C-4E13-9FEC-62D6A5B0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Text 17">
            <a:extLst xmlns:a="http://schemas.openxmlformats.org/drawingml/2006/main">
              <a:ext uri="{FF2B5EF4-FFF2-40B4-BE49-F238E27FC236}">
                <a16:creationId xmlns:a16="http://schemas.microsoft.com/office/drawing/2014/main" id="{CC00314B-E789-4A6B-AEF9-9436FAA8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Dostupný čas ani termín dokončení zatím tým nezná.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Text 18">
            <a:extLst xmlns:a="http://schemas.openxmlformats.org/drawingml/2006/main">
              <a:ext uri="{FF2B5EF4-FFF2-40B4-BE49-F238E27FC236}">
                <a16:creationId xmlns:a16="http://schemas.microsoft.com/office/drawing/2014/main" id="{D9CB2F81-5324-4582-8756-2E08975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992480"/>
            <a:ext cx="11292480" cy="31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 A VÝHLED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Text 19">
            <a:extLst xmlns:a="http://schemas.openxmlformats.org/drawingml/2006/main">
              <a:ext uri="{FF2B5EF4-FFF2-40B4-BE49-F238E27FC236}">
                <a16:creationId xmlns:a16="http://schemas.microsoft.com/office/drawing/2014/main" id="{B1BFD265-9277-4035-9558-E49C7949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03520"/>
            <a:ext cx="11292480" cy="96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AMBER / AT RISK kvůli otevřenému C04.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A, B a 97 úspěšných vybraných testů jsou doložené. Termín dokončení C04 zatím není stanovený.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25823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2026-10-30T22:13:17.7950000Z</dcterms:created>
  <dcterms:modified xsi:type="dcterms:W3CDTF">2026-10-30T22:13:17.7950000Z</dcterms:modified>
</coreProperties>
</file>