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c2f070b92d4b69" /><Relationship Type="http://schemas.openxmlformats.org/officeDocument/2006/relationships/extended-properties" Target="/docProps/app.xml" Id="R13bffe66a284404e" /><Relationship Type="http://schemas.openxmlformats.org/officeDocument/2006/relationships/officeDocument" Target="/ppt/presentation.xml" Id="R13bb2f0e3956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d05c4242784013"/>
  </p:sldMasterIdLst>
  <p:notesMasterIdLst>
    <p:notesMasterId xmlns:r="http://schemas.openxmlformats.org/officeDocument/2006/relationships" r:id="Reef6d89c2008406d"/>
  </p:notesMasterIdLst>
  <p:sldIdLst>
    <p:sldId xmlns:r="http://schemas.openxmlformats.org/officeDocument/2006/relationships" id="256" r:id="R0fe88bdbdc9a4c98"/>
    <p:sldId xmlns:r="http://schemas.openxmlformats.org/officeDocument/2006/relationships" id="257" r:id="R1d93cd1b8b2046b5"/>
    <p:sldId xmlns:r="http://schemas.openxmlformats.org/officeDocument/2006/relationships" id="258" r:id="Re3229866b5e94ee5"/>
    <p:sldId xmlns:r="http://schemas.openxmlformats.org/officeDocument/2006/relationships" id="259" r:id="R0948da82fb954f05"/>
    <p:sldId xmlns:r="http://schemas.openxmlformats.org/officeDocument/2006/relationships" id="260" r:id="R1103eef6b622493a"/>
    <p:sldId xmlns:r="http://schemas.openxmlformats.org/officeDocument/2006/relationships" id="261" r:id="R8dd6077f57de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fcdc3407d490f" /><Relationship Type="http://schemas.openxmlformats.org/officeDocument/2006/relationships/slideMaster" Target="/ppt/slideMasters/slideMaster1.xml" Id="R51d05c4242784013" /><Relationship Type="http://schemas.openxmlformats.org/officeDocument/2006/relationships/notesMaster" Target="/ppt/notesMasters/notesMaster1.xml" Id="Reef6d89c2008406d" /><Relationship Type="http://schemas.openxmlformats.org/officeDocument/2006/relationships/presProps" Target="/ppt/presProps.xml" Id="Rbaeb06050a5f454f" /><Relationship Type="http://schemas.openxmlformats.org/officeDocument/2006/relationships/tableStyles" Target="/ppt/tableStyles.xml" Id="R53e64276cf664902" /><Relationship Type="http://schemas.openxmlformats.org/officeDocument/2006/relationships/slide" Target="/ppt/slides/slide1.xml" Id="R0fe88bdbdc9a4c98" /><Relationship Type="http://schemas.openxmlformats.org/officeDocument/2006/relationships/slide" Target="/ppt/slides/slide2.xml" Id="R1d93cd1b8b2046b5" /><Relationship Type="http://schemas.openxmlformats.org/officeDocument/2006/relationships/slide" Target="/ppt/slides/slide3.xml" Id="Re3229866b5e94ee5" /><Relationship Type="http://schemas.openxmlformats.org/officeDocument/2006/relationships/slide" Target="/ppt/slides/slide4.xml" Id="R0948da82fb954f05" /><Relationship Type="http://schemas.openxmlformats.org/officeDocument/2006/relationships/slide" Target="/ppt/slides/slide5.xml" Id="R1103eef6b622493a" /><Relationship Type="http://schemas.openxmlformats.org/officeDocument/2006/relationships/slide" Target="/ppt/slides/slide6.xml" Id="R8dd6077f57de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b219048c9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0db657d3cf4c6c" /><Relationship Type="http://schemas.openxmlformats.org/officeDocument/2006/relationships/notesMaster" Target="/ppt/notesMasters/notesMaster1.xml" Id="Rdd153929468245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0fb87b2c84e97" /><Relationship Type="http://schemas.openxmlformats.org/officeDocument/2006/relationships/notesMaster" Target="/ppt/notesMasters/notesMaster1.xml" Id="Re2a21d02d366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c0866a927a42e8" /><Relationship Type="http://schemas.openxmlformats.org/officeDocument/2006/relationships/notesMaster" Target="/ppt/notesMasters/notesMaster1.xml" Id="R8afba719f5f64e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49348229384c75" /><Relationship Type="http://schemas.openxmlformats.org/officeDocument/2006/relationships/notesMaster" Target="/ppt/notesMasters/notesMaster1.xml" Id="Rdb05cf4f1f9649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a00845099482e" /><Relationship Type="http://schemas.openxmlformats.org/officeDocument/2006/relationships/notesMaster" Target="/ppt/notesMasters/notesMaster1.xml" Id="R5854964c156a4b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7e0198ab645db" /><Relationship Type="http://schemas.openxmlformats.org/officeDocument/2006/relationships/notesMaster" Target="/ppt/notesMasters/notesMaster1.xml" Id="R4bce25b0b80f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Reporting baseline: c08-report-2026-10-30-v4. Kód vychází z f34f0ec0f31782ff1886e9b3c4020c2c39a3fe28. Dne 30. 10. 2026 prošlo 57 doménových/architektonických a 40 integračních testů. Podmínky, počty, příkazy a výsledky příkladů jsou zapsané přímo v docs/evidence-and-evolution.md, část A. F1 zůstává ACCEPTED/OPEN.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Zdroje stavů na slidu 2: OP-01/02/03/04/05 a BR-02/03 jsou v docs/specification-v0.2.md. ADR-001/002/005/007 jsou v docs/architecture-and-decisions.md. C05 je docs/c05_detailed_design.md. I1 až I4 označují metody createReservation, checkAvailability, confirmReservation, approveReservation a cancelReservation ve třídě ReservationService v src/src/main/java/cz/vsb/reservation/domain/service/ReservationService.java. T1: ReservationServiceTest, 24 testů. T2: ReservationLifecycleApiTest, 22 testů. T3: ApprovalWorkflowApiTest, 18 testů. T4: ReservationTest, 27 testů, a souběžné testy z T2/T3. Dalších 6 testů je ArchitectureTest. Testy jsou v src/src/test/java/cz/vsb/reservation. Souhrn úspěšných běhů, podmínky, konkrétní příklady a příkazy jsou přímo v docs/evidence-and-evolution.md, část A. DB ochrana je ve V1__init.sql, doménový model v Reservation.java. C04 pressure je v docs/intent-and-change.md. Všechny reference jsou běžný text bez klikacích odkazů.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A a B jsou připravené dokumentační výstupy. Jediným otevřeným nálezem je C04/F1. Tým zatím nezná dostupný čas ani termín dokončení C04. Nejde o slib konkrétní osoby k doplnění plánu do určitého data. Zdroj: docs/evidence-and-evolution.md.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Rizika R-03, R-01 a R-04 přebírají hodnoty a stavy z B. NOT VERIFIED u plánovaného opatření neznamená nový potvrzený problém aplikace. R-02 zůstává v úplném registru B. F1 je samostatný existující nález.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Kroky P1 až P4 popisují zbývající práci na C04. Termíny kroků a časová kapacita zatím nejsou stanovené. Dokument nepředstírá jejich potvrzení ani uzavření F1. Stav F1 zůstává ACCEPTED/OPEN.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Jediný otevřený nález je C04/F1. Omezení prototypu, například simulovaná identita a logování oznámení, jsou deklarované hranice současného řešení, nikoli nově zjištěné defects. Zdroje: docs/evidence-and-evolution.md a docs/intent-and-change.md.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dbcf8580147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2e27f9f9e460b" /></Relationships>
</file>

<file path=ppt/slideLayouts/slideLayout1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SWI_BLANK"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7C65F6D-6DC8-47FA-9CC5-F95371540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18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2F0BBBD-0AE2-42BC-A89D-96414EC06F7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4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c3673f08b24628" /><Relationship Type="http://schemas.openxmlformats.org/officeDocument/2006/relationships/slideLayout" Target="/ppt/slideLayouts/slideLayout1.xml" Id="R6af5f93966874524" /><Relationship Type="http://schemas.openxmlformats.org/officeDocument/2006/relationships/slideLayout" Target="/ppt/slideLayouts/slideLayout2.xml" Id="Rca097e021e5b4a4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5f93966874524"/>
    <p:sldLayoutId xmlns:r="http://schemas.openxmlformats.org/officeDocument/2006/relationships" id="2147483650" r:id="Rca097e021e5b4a47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0e57805fb4104" /><Relationship Type="http://schemas.openxmlformats.org/officeDocument/2006/relationships/notesSlide" Target="/ppt/notesSlides/notesSlide1.xml" Id="R0c6f082e38fa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ce77344e146bd" /><Relationship Type="http://schemas.openxmlformats.org/officeDocument/2006/relationships/notesSlide" Target="/ppt/notesSlides/notesSlide2.xml" Id="Rd345727fbeb2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b67e9ad5449cc" /><Relationship Type="http://schemas.openxmlformats.org/officeDocument/2006/relationships/notesSlide" Target="/ppt/notesSlides/notesSlide3.xml" Id="R0e3625e3a7bb46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172eaed49428e" /><Relationship Type="http://schemas.openxmlformats.org/officeDocument/2006/relationships/notesSlide" Target="/ppt/notesSlides/notesSlide4.xml" Id="Rcd9ded262b0340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3585e3f654fca" /><Relationship Type="http://schemas.openxmlformats.org/officeDocument/2006/relationships/notesSlide" Target="/ppt/notesSlides/notesSlide5.xml" Id="R6a51cd2868f5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fede758a54cef" /><Relationship Type="http://schemas.openxmlformats.org/officeDocument/2006/relationships/notesSlide" Target="/ppt/notesSlides/notesSlide6.xml" Id="R39f378f8345149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 0">
            <a:extLst xmlns:a="http://schemas.openxmlformats.org/drawingml/2006/main">
              <a:ext uri="{FF2B5EF4-FFF2-40B4-BE49-F238E27FC236}">
                <a16:creationId xmlns:a16="http://schemas.microsoft.com/office/drawing/2014/main" id="{BF47CCCB-05BC-491B-8862-A8EBD2A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E147BBDC-3E19-4F6D-A627-70DD3B1A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A3A19958-D5AC-4C80-9B7E-9037EC18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01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DBD8A00C-143B-4DCE-9C97-8EC578E9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STAV PROJEKTU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4">
            <a:extLst xmlns:a="http://schemas.openxmlformats.org/drawingml/2006/main">
              <a:ext uri="{FF2B5EF4-FFF2-40B4-BE49-F238E27FC236}">
                <a16:creationId xmlns:a16="http://schemas.microsoft.com/office/drawing/2014/main" id="{238B82A7-A61C-4E1D-838C-E8D8619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Rezervační systém je ověřený. Otevřená zůstává pouze část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 5">
            <a:extLst xmlns:a="http://schemas.openxmlformats.org/drawingml/2006/main">
              <a:ext uri="{FF2B5EF4-FFF2-40B4-BE49-F238E27FC236}">
                <a16:creationId xmlns:a16="http://schemas.microsoft.com/office/drawing/2014/main" id="{9470F915-5534-49BD-9DBB-F3D39288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D8867E40-4952-4741-8E22-F61B011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7">
            <a:extLst xmlns:a="http://schemas.openxmlformats.org/drawingml/2006/main">
              <a:ext uri="{FF2B5EF4-FFF2-40B4-BE49-F238E27FC236}">
                <a16:creationId xmlns:a16="http://schemas.microsoft.com/office/drawing/2014/main" id="{0F1A27CE-97DB-4566-8284-F4A69EA5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8">
            <a:extLst xmlns:a="http://schemas.openxmlformats.org/drawingml/2006/main">
              <a:ext uri="{FF2B5EF4-FFF2-40B4-BE49-F238E27FC236}">
                <a16:creationId xmlns:a16="http://schemas.microsoft.com/office/drawing/2014/main" id="{CBEC095A-6D7D-40E3-8D0C-7AA6557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5FA37B2B-D3ED-4384-AC86-ACAB4A2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CBA2C6C3-8A5F-4651-935C-0C05931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PROJEKT A TÝM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387FD46-F981-4D8E-834D-5FE8115E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Rezervační systém učeben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Lalošák, Filip Vodák, Jakub Juchelka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69AC6A10-6314-44CE-92B3-C07D0044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1DC61ED2-FD7F-4526-BB55-340E23C9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>
            <a:defPPr>
              <a:defRPr>
                <a:solidFill>
                  <a:srgbClr val="9A5800"/>
                </a:solidFill>
              </a:defRPr>
            </a:defPPr>
            <a:lvl1pPr>
              <a:defRPr>
                <a:solidFill>
                  <a:srgbClr val="9A5800"/>
                </a:solidFill>
              </a:defRPr>
            </a:lvl1pPr>
            <a:lvl2pPr>
              <a:defRPr>
                <a:solidFill>
                  <a:srgbClr val="9A5800"/>
                </a:solidFill>
              </a:defRPr>
            </a:lvl2pPr>
            <a:lvl3pPr>
              <a:defRPr>
                <a:solidFill>
                  <a:srgbClr val="9A5800"/>
                </a:solidFill>
              </a:defRPr>
            </a:lvl3pPr>
            <a:lvl4pPr>
              <a:defRPr>
                <a:solidFill>
                  <a:srgbClr val="9A5800"/>
                </a:solidFill>
              </a:defRPr>
            </a:lvl4pPr>
            <a:lvl5pPr>
              <a:defRPr>
                <a:solidFill>
                  <a:srgbClr val="9A5800"/>
                </a:solidFill>
              </a:defRPr>
            </a:lvl5pPr>
            <a:lvl6pPr>
              <a:defRPr>
                <a:solidFill>
                  <a:srgbClr val="9A5800"/>
                </a:solidFill>
              </a:defRPr>
            </a:lvl6pPr>
            <a:lvl7pPr>
              <a:defRPr>
                <a:solidFill>
                  <a:srgbClr val="9A5800"/>
                </a:solidFill>
              </a:defRPr>
            </a:lvl7pPr>
            <a:lvl8pPr>
              <a:defRPr>
                <a:solidFill>
                  <a:srgbClr val="9A5800"/>
                </a:solidFill>
              </a:defRPr>
            </a:lvl8pPr>
            <a:lvl9pPr>
              <a:defRPr>
                <a:solidFill>
                  <a:srgbClr val="9A5800"/>
                </a:solidFill>
              </a:defRPr>
            </a:lvl9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AMBER / AT RISK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Jediný otevřený nález: C04 / F1.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A016333F-B175-40C5-978D-C3D86511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DOLOŽENÝ VÝSLEDEK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686C0CD4-31E2-48F2-AD43-BA252B9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 ve dvou bězích.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 toho 40 integračních proti PostgreSQL.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5C19C441-FB9A-4DCB-AC0D-7009658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OMEZENÍ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4030CDB3-C972-46DE-BDE2-2FF20EA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 od kritéria po rozhodnutí.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6A3CF015-C22E-4304-8AE1-4519429F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462200"/>
            <a:ext cx="1129248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ZÁVĚR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1042A7E6-A3AB-4A3D-87CF-FB6A2307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754880"/>
            <a:ext cx="11292480" cy="5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3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Části A a B jsou zpracované. Funkční ověření prošlo. Zbývá doplnit C04.</a:t>
            </a:r>
            <a:endParaRPr sz="15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E8CF079C-C7FE-4983-AA29-37FB55A4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59480"/>
            <a:ext cx="219420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0B14C46C-3788-438C-9CC2-82E577C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59480"/>
            <a:ext cx="909792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Postup a termín dokončení jsou součástí plánu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7584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0">
            <a:extLst xmlns:a="http://schemas.openxmlformats.org/drawingml/2006/main">
              <a:ext uri="{FF2B5EF4-FFF2-40B4-BE49-F238E27FC236}">
                <a16:creationId xmlns:a16="http://schemas.microsoft.com/office/drawing/2014/main" id="{09DAC514-CF17-4A4D-B633-5F3B026E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A6BDBA18-004C-4BB8-9B69-23370DA7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">
            <a:extLst xmlns:a="http://schemas.openxmlformats.org/drawingml/2006/main">
              <a:ext uri="{FF2B5EF4-FFF2-40B4-BE49-F238E27FC236}">
                <a16:creationId xmlns:a16="http://schemas.microsoft.com/office/drawing/2014/main" id="{A8062B74-6568-4D07-8979-AF2D1517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02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 xmlns:a="http://schemas.openxmlformats.org/drawingml/2006/main">
              <a:ext uri="{FF2B5EF4-FFF2-40B4-BE49-F238E27FC236}">
                <a16:creationId xmlns:a16="http://schemas.microsoft.com/office/drawing/2014/main" id="{BE6D8BAA-3143-4AEA-878D-9209A50E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ROZSAH A DŮKAZY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4">
            <a:extLst xmlns:a="http://schemas.openxmlformats.org/drawingml/2006/main">
              <a:ext uri="{FF2B5EF4-FFF2-40B4-BE49-F238E27FC236}">
                <a16:creationId xmlns:a16="http://schemas.microsoft.com/office/drawing/2014/main" id="{39B83814-EAE3-422C-AC27-FEDBC2AD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YES = doložené. PARTLY = částečné. NO = chybí. I = metoda, T = testovací sada.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5">
            <a:extLst xmlns:a="http://schemas.openxmlformats.org/drawingml/2006/main">
              <a:ext uri="{FF2B5EF4-FFF2-40B4-BE49-F238E27FC236}">
                <a16:creationId xmlns:a16="http://schemas.microsoft.com/office/drawing/2014/main" id="{C4872A95-88FD-423A-81D6-61F39E7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6">
            <a:extLst xmlns:a="http://schemas.openxmlformats.org/drawingml/2006/main">
              <a:ext uri="{FF2B5EF4-FFF2-40B4-BE49-F238E27FC236}">
                <a16:creationId xmlns:a16="http://schemas.microsoft.com/office/drawing/2014/main" id="{EBBDCE01-E931-4301-A482-BF2FE17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DE9540BE-E4F0-41ED-A231-8FEFC85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8">
            <a:extLst xmlns:a="http://schemas.openxmlformats.org/drawingml/2006/main">
              <a:ext uri="{FF2B5EF4-FFF2-40B4-BE49-F238E27FC236}">
                <a16:creationId xmlns:a16="http://schemas.microsoft.com/office/drawing/2014/main" id="{BCA42291-E768-413D-8758-3F85627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9">
            <a:extLst xmlns:a="http://schemas.openxmlformats.org/drawingml/2006/main">
              <a:ext uri="{FF2B5EF4-FFF2-40B4-BE49-F238E27FC236}">
                <a16:creationId xmlns:a16="http://schemas.microsoft.com/office/drawing/2014/main" id="{D3A19D34-1334-47C9-8B27-1A930E3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0">
            <a:extLst xmlns:a="http://schemas.openxmlformats.org/drawingml/2006/main">
              <a:ext uri="{FF2B5EF4-FFF2-40B4-BE49-F238E27FC236}">
                <a16:creationId xmlns:a16="http://schemas.microsoft.com/office/drawing/2014/main" id="{E5EDB0C0-E98D-470B-83CC-F87AD25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1956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Oblast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 11">
            <a:extLst xmlns:a="http://schemas.openxmlformats.org/drawingml/2006/main">
              <a:ext uri="{FF2B5EF4-FFF2-40B4-BE49-F238E27FC236}">
                <a16:creationId xmlns:a16="http://schemas.microsoft.com/office/drawing/2014/main" id="{2130F7EE-EED6-4794-9E6A-458A460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Specifikace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2">
            <a:extLst xmlns:a="http://schemas.openxmlformats.org/drawingml/2006/main">
              <a:ext uri="{FF2B5EF4-FFF2-40B4-BE49-F238E27FC236}">
                <a16:creationId xmlns:a16="http://schemas.microsoft.com/office/drawing/2014/main" id="{E168CD85-C75D-40FF-B49C-30144F67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Návrh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3">
            <a:extLst xmlns:a="http://schemas.openxmlformats.org/drawingml/2006/main">
              <a:ext uri="{FF2B5EF4-FFF2-40B4-BE49-F238E27FC236}">
                <a16:creationId xmlns:a16="http://schemas.microsoft.com/office/drawing/2014/main" id="{88AEF1BB-2B3F-4927-BCA9-310DCC9D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1993320"/>
            <a:ext cx="11700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4">
            <a:extLst xmlns:a="http://schemas.openxmlformats.org/drawingml/2006/main">
              <a:ext uri="{FF2B5EF4-FFF2-40B4-BE49-F238E27FC236}">
                <a16:creationId xmlns:a16="http://schemas.microsoft.com/office/drawing/2014/main" id="{41CE195E-0636-4D8F-AF27-D3EDCD6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1993320"/>
            <a:ext cx="10602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Ověření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 15">
            <a:extLst xmlns:a="http://schemas.openxmlformats.org/drawingml/2006/main">
              <a:ext uri="{FF2B5EF4-FFF2-40B4-BE49-F238E27FC236}">
                <a16:creationId xmlns:a16="http://schemas.microsoft.com/office/drawing/2014/main" id="{4F2E2462-2DAA-4A07-8D48-716D042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20"/>
            <a:ext cx="51112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Důkaz / mezera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16">
            <a:extLst xmlns:a="http://schemas.openxmlformats.org/drawingml/2006/main">
              <a:ext uri="{FF2B5EF4-FFF2-40B4-BE49-F238E27FC236}">
                <a16:creationId xmlns:a16="http://schemas.microsoft.com/office/drawing/2014/main" id="{EC9B8E17-C06D-4FAA-8293-07E1D3D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56366134-4C30-4B9E-82D1-57197EA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18">
            <a:extLst xmlns:a="http://schemas.openxmlformats.org/drawingml/2006/main">
              <a:ext uri="{FF2B5EF4-FFF2-40B4-BE49-F238E27FC236}">
                <a16:creationId xmlns:a16="http://schemas.microsoft.com/office/drawing/2014/main" id="{B8EB562E-7A70-4C2F-BDA0-FC7083D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19">
            <a:extLst xmlns:a="http://schemas.openxmlformats.org/drawingml/2006/main">
              <a:ext uri="{FF2B5EF4-FFF2-40B4-BE49-F238E27FC236}">
                <a16:creationId xmlns:a16="http://schemas.microsoft.com/office/drawing/2014/main" id="{A6E6477E-5100-4683-AA70-7BE888A4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45988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0DDEE1C9-BA37-4C3A-B2BC-A14291B9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45988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C81D102F-129C-4066-8075-8786F841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988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I1: ReservationService.createReservation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T1: ReservationServiceTest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22">
            <a:extLst xmlns:a="http://schemas.openxmlformats.org/drawingml/2006/main">
              <a:ext uri="{FF2B5EF4-FFF2-40B4-BE49-F238E27FC236}">
                <a16:creationId xmlns:a16="http://schemas.microsoft.com/office/drawing/2014/main" id="{904EE957-A099-45B6-AE2F-8F473B0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99016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4FC43D57-B281-4743-AD32-F1209AB4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9F93E6FF-4697-461B-AACC-777DFF1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5">
            <a:extLst xmlns:a="http://schemas.openxmlformats.org/drawingml/2006/main">
              <a:ext uri="{FF2B5EF4-FFF2-40B4-BE49-F238E27FC236}">
                <a16:creationId xmlns:a16="http://schemas.microsoft.com/office/drawing/2014/main" id="{6B8E5ED7-B451-4F33-9C0F-C9A95E5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99016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 26">
            <a:extLst xmlns:a="http://schemas.openxmlformats.org/drawingml/2006/main">
              <a:ext uri="{FF2B5EF4-FFF2-40B4-BE49-F238E27FC236}">
                <a16:creationId xmlns:a16="http://schemas.microsoft.com/office/drawing/2014/main" id="{73B61084-EF46-429A-8E23-989472C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99016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5B5AC5E7-C66F-4AB2-A271-C7C27CC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16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I2: ReservationService.checkAvailability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B6989FF8-8B6C-4AE3-9B25-914BBAF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5204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Confirm / Approval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93823A2A-DC39-4B94-B196-7D6FAE7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OP-03/05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30">
            <a:extLst xmlns:a="http://schemas.openxmlformats.org/drawingml/2006/main">
              <a:ext uri="{FF2B5EF4-FFF2-40B4-BE49-F238E27FC236}">
                <a16:creationId xmlns:a16="http://schemas.microsoft.com/office/drawing/2014/main" id="{8C915981-E3F9-42E7-8AEB-4FAC2AC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C05 / ADR-007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E0B1C5A8-B765-4C47-9019-FA822B9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35204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 32">
            <a:extLst xmlns:a="http://schemas.openxmlformats.org/drawingml/2006/main">
              <a:ext uri="{FF2B5EF4-FFF2-40B4-BE49-F238E27FC236}">
                <a16:creationId xmlns:a16="http://schemas.microsoft.com/office/drawing/2014/main" id="{4F1FCF3E-EC66-4C29-BB35-857E03C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35204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33">
            <a:extLst xmlns:a="http://schemas.openxmlformats.org/drawingml/2006/main">
              <a:ext uri="{FF2B5EF4-FFF2-40B4-BE49-F238E27FC236}">
                <a16:creationId xmlns:a16="http://schemas.microsoft.com/office/drawing/2014/main" id="{4BAAC7E8-C87D-44A4-8917-8209FA1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04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I3: confirmReservation / approveReservation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T3: ApprovalWorkflowApiTest + 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34">
            <a:extLst xmlns:a="http://schemas.openxmlformats.org/drawingml/2006/main">
              <a:ext uri="{FF2B5EF4-FFF2-40B4-BE49-F238E27FC236}">
                <a16:creationId xmlns:a16="http://schemas.microsoft.com/office/drawing/2014/main" id="{F5891332-A853-4B14-A7AE-5A43A94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05072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Cancel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35">
            <a:extLst xmlns:a="http://schemas.openxmlformats.org/drawingml/2006/main">
              <a:ext uri="{FF2B5EF4-FFF2-40B4-BE49-F238E27FC236}">
                <a16:creationId xmlns:a16="http://schemas.microsoft.com/office/drawing/2014/main" id="{BE3802C1-783E-4807-A318-BA53105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 36">
            <a:extLst xmlns:a="http://schemas.openxmlformats.org/drawingml/2006/main">
              <a:ext uri="{FF2B5EF4-FFF2-40B4-BE49-F238E27FC236}">
                <a16:creationId xmlns:a16="http://schemas.microsoft.com/office/drawing/2014/main" id="{B2E8443A-9D2C-4CBF-A255-4910ECA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37">
            <a:extLst xmlns:a="http://schemas.openxmlformats.org/drawingml/2006/main">
              <a:ext uri="{FF2B5EF4-FFF2-40B4-BE49-F238E27FC236}">
                <a16:creationId xmlns:a16="http://schemas.microsoft.com/office/drawing/2014/main" id="{A1316876-45CF-4823-B34B-C9B7B197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05072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38">
            <a:extLst xmlns:a="http://schemas.openxmlformats.org/drawingml/2006/main">
              <a:ext uri="{FF2B5EF4-FFF2-40B4-BE49-F238E27FC236}">
                <a16:creationId xmlns:a16="http://schemas.microsoft.com/office/drawing/2014/main" id="{1FF28848-7608-4932-80D2-B8779DF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05072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 39">
            <a:extLst xmlns:a="http://schemas.openxmlformats.org/drawingml/2006/main">
              <a:ext uri="{FF2B5EF4-FFF2-40B4-BE49-F238E27FC236}">
                <a16:creationId xmlns:a16="http://schemas.microsoft.com/office/drawing/2014/main" id="{FDC22CB6-97F7-474F-81C9-2F6717A9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072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I4: ReservationService.cancelReservation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 40">
            <a:extLst xmlns:a="http://schemas.openxmlformats.org/drawingml/2006/main">
              <a:ext uri="{FF2B5EF4-FFF2-40B4-BE49-F238E27FC236}">
                <a16:creationId xmlns:a16="http://schemas.microsoft.com/office/drawing/2014/main" id="{535152CF-D8A0-4207-9723-0BDB0EEB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58100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 / BR-03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41">
            <a:extLst xmlns:a="http://schemas.openxmlformats.org/drawingml/2006/main">
              <a:ext uri="{FF2B5EF4-FFF2-40B4-BE49-F238E27FC236}">
                <a16:creationId xmlns:a16="http://schemas.microsoft.com/office/drawing/2014/main" id="{5BF2170D-8435-40FB-84FE-3BA19D7F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BR-02/03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42">
            <a:extLst xmlns:a="http://schemas.openxmlformats.org/drawingml/2006/main">
              <a:ext uri="{FF2B5EF4-FFF2-40B4-BE49-F238E27FC236}">
                <a16:creationId xmlns:a16="http://schemas.microsoft.com/office/drawing/2014/main" id="{FBADE2C3-8FBB-4E43-9057-3C81F513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Text 43">
            <a:extLst xmlns:a="http://schemas.openxmlformats.org/drawingml/2006/main">
              <a:ext uri="{FF2B5EF4-FFF2-40B4-BE49-F238E27FC236}">
                <a16:creationId xmlns:a16="http://schemas.microsoft.com/office/drawing/2014/main" id="{288251F1-35ED-4560-9826-D90880F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58100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/ model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44">
            <a:extLst xmlns:a="http://schemas.openxmlformats.org/drawingml/2006/main">
              <a:ext uri="{FF2B5EF4-FFF2-40B4-BE49-F238E27FC236}">
                <a16:creationId xmlns:a16="http://schemas.microsoft.com/office/drawing/2014/main" id="{A213B248-2B28-4F37-A8DE-C066D68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58100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45">
            <a:extLst xmlns:a="http://schemas.openxmlformats.org/drawingml/2006/main">
              <a:ext uri="{FF2B5EF4-FFF2-40B4-BE49-F238E27FC236}">
                <a16:creationId xmlns:a16="http://schemas.microsoft.com/office/drawing/2014/main" id="{30191C0E-73E3-4584-8B86-058F4ADB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00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T4: ReservationTest + souběh v T2 a 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DB: V1__init.sql, model: Reservation.java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46">
            <a:extLst xmlns:a="http://schemas.openxmlformats.org/drawingml/2006/main">
              <a:ext uri="{FF2B5EF4-FFF2-40B4-BE49-F238E27FC236}">
                <a16:creationId xmlns:a16="http://schemas.microsoft.com/office/drawing/2014/main" id="{92E46BB0-5754-4F7A-996F-C0CDBC4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16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Text 47">
            <a:extLst xmlns:a="http://schemas.openxmlformats.org/drawingml/2006/main">
              <a:ext uri="{FF2B5EF4-FFF2-40B4-BE49-F238E27FC236}">
                <a16:creationId xmlns:a16="http://schemas.microsoft.com/office/drawing/2014/main" id="{49803B2B-0A19-4FFA-9CF4-9FB3C17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PARTLY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Project Frame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Text 48">
            <a:extLst xmlns:a="http://schemas.openxmlformats.org/drawingml/2006/main">
              <a:ext uri="{FF2B5EF4-FFF2-40B4-BE49-F238E27FC236}">
                <a16:creationId xmlns:a16="http://schemas.microsoft.com/office/drawing/2014/main" id="{1D67FB50-9AFD-4395-9C8F-8E6659A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49">
            <a:extLst xmlns:a="http://schemas.openxmlformats.org/drawingml/2006/main">
              <a:ext uri="{FF2B5EF4-FFF2-40B4-BE49-F238E27FC236}">
                <a16:creationId xmlns:a16="http://schemas.microsoft.com/office/drawing/2014/main" id="{FF6CEFD0-FE39-4201-9569-CA9649B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51116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50">
            <a:extLst xmlns:a="http://schemas.openxmlformats.org/drawingml/2006/main">
              <a:ext uri="{FF2B5EF4-FFF2-40B4-BE49-F238E27FC236}">
                <a16:creationId xmlns:a16="http://schemas.microsoft.com/office/drawing/2014/main" id="{74A1C44D-0902-40F0-8268-76883BA4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51116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 51">
            <a:extLst xmlns:a="http://schemas.openxmlformats.org/drawingml/2006/main">
              <a:ext uri="{FF2B5EF4-FFF2-40B4-BE49-F238E27FC236}">
                <a16:creationId xmlns:a16="http://schemas.microsoft.com/office/drawing/2014/main" id="{B17D9A6A-DEE2-4D36-AF5D-E4C6510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116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intent-and-change.md: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OPEN. Kritérium a měření chybí.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52">
            <a:extLst xmlns:a="http://schemas.openxmlformats.org/drawingml/2006/main">
              <a:ext uri="{FF2B5EF4-FFF2-40B4-BE49-F238E27FC236}">
                <a16:creationId xmlns:a16="http://schemas.microsoft.com/office/drawing/2014/main" id="{ABB48152-4AB1-4451-ABD1-D8D790A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788080"/>
            <a:ext cx="219420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OTEVŘENÁ EVIDENCE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Text 53">
            <a:extLst xmlns:a="http://schemas.openxmlformats.org/drawingml/2006/main">
              <a:ext uri="{FF2B5EF4-FFF2-40B4-BE49-F238E27FC236}">
                <a16:creationId xmlns:a16="http://schemas.microsoft.com/office/drawing/2014/main" id="{A44D7FB5-2F91-4DB8-B417-F127D6E1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788080"/>
            <a:ext cx="909792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OPEN. Úspěšné funkční testy nenahrazují chybějící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02676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hape 0">
            <a:extLst xmlns:a="http://schemas.openxmlformats.org/drawingml/2006/main">
              <a:ext uri="{FF2B5EF4-FFF2-40B4-BE49-F238E27FC236}">
                <a16:creationId xmlns:a16="http://schemas.microsoft.com/office/drawing/2014/main" id="{AF5C2754-E9D0-4DEB-AC3C-18F46E8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 1">
            <a:extLst xmlns:a="http://schemas.openxmlformats.org/drawingml/2006/main">
              <a:ext uri="{FF2B5EF4-FFF2-40B4-BE49-F238E27FC236}">
                <a16:creationId xmlns:a16="http://schemas.microsoft.com/office/drawing/2014/main" id="{4C0E9807-71E8-4CA2-8C99-14FEA24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 2">
            <a:extLst xmlns:a="http://schemas.openxmlformats.org/drawingml/2006/main">
              <a:ext uri="{FF2B5EF4-FFF2-40B4-BE49-F238E27FC236}">
                <a16:creationId xmlns:a16="http://schemas.microsoft.com/office/drawing/2014/main" id="{AEB6714A-6929-4B34-ADD8-CDA95544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03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 3">
            <a:extLst xmlns:a="http://schemas.openxmlformats.org/drawingml/2006/main">
              <a:ext uri="{FF2B5EF4-FFF2-40B4-BE49-F238E27FC236}">
                <a16:creationId xmlns:a16="http://schemas.microsoft.com/office/drawing/2014/main" id="{C6BDDE7F-FF70-4913-A21E-24EA93F4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DOKONČENÉ ČÁSTI A ZBÝVAJÍCÍ PRÁCE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 4">
            <a:extLst xmlns:a="http://schemas.openxmlformats.org/drawingml/2006/main">
              <a:ext uri="{FF2B5EF4-FFF2-40B4-BE49-F238E27FC236}">
                <a16:creationId xmlns:a16="http://schemas.microsoft.com/office/drawing/2014/main" id="{9801CEB0-CAA7-4DD5-A8AB-74580CE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Dokumentace a funkční ověření jsou připravené. Zbývající práce se týká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 5">
            <a:extLst xmlns:a="http://schemas.openxmlformats.org/drawingml/2006/main">
              <a:ext uri="{FF2B5EF4-FFF2-40B4-BE49-F238E27FC236}">
                <a16:creationId xmlns:a16="http://schemas.microsoft.com/office/drawing/2014/main" id="{848E3B92-94BA-437B-9367-9A3D9B58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 6">
            <a:extLst xmlns:a="http://schemas.openxmlformats.org/drawingml/2006/main">
              <a:ext uri="{FF2B5EF4-FFF2-40B4-BE49-F238E27FC236}">
                <a16:creationId xmlns:a16="http://schemas.microsoft.com/office/drawing/2014/main" id="{2A33FD5F-9244-47EC-B4EF-F1BAA54B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 7">
            <a:extLst xmlns:a="http://schemas.openxmlformats.org/drawingml/2006/main">
              <a:ext uri="{FF2B5EF4-FFF2-40B4-BE49-F238E27FC236}">
                <a16:creationId xmlns:a16="http://schemas.microsoft.com/office/drawing/2014/main" id="{6A838B27-2610-4A5B-9BEC-4DFDD75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hape 8">
            <a:extLst xmlns:a="http://schemas.openxmlformats.org/drawingml/2006/main">
              <a:ext uri="{FF2B5EF4-FFF2-40B4-BE49-F238E27FC236}">
                <a16:creationId xmlns:a16="http://schemas.microsoft.com/office/drawing/2014/main" id="{39676045-56FA-46F2-9BE6-BC076F1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 9">
            <a:extLst xmlns:a="http://schemas.openxmlformats.org/drawingml/2006/main">
              <a:ext uri="{FF2B5EF4-FFF2-40B4-BE49-F238E27FC236}">
                <a16:creationId xmlns:a16="http://schemas.microsoft.com/office/drawing/2014/main" id="{2F24EFD4-4499-4C10-BE2C-C7ED318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0">
            <a:extLst xmlns:a="http://schemas.openxmlformats.org/drawingml/2006/main">
              <a:ext uri="{FF2B5EF4-FFF2-40B4-BE49-F238E27FC236}">
                <a16:creationId xmlns:a16="http://schemas.microsoft.com/office/drawing/2014/main" id="{9DE760A8-6FCC-4D40-A55C-B658B3D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86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Část projektu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1">
            <a:extLst xmlns:a="http://schemas.openxmlformats.org/drawingml/2006/main">
              <a:ext uri="{FF2B5EF4-FFF2-40B4-BE49-F238E27FC236}">
                <a16:creationId xmlns:a16="http://schemas.microsoft.com/office/drawing/2014/main" id="{47D390FA-9300-4572-A764-52BA680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1993320"/>
            <a:ext cx="1225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Odpovědnost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12">
            <a:extLst xmlns:a="http://schemas.openxmlformats.org/drawingml/2006/main">
              <a:ext uri="{FF2B5EF4-FFF2-40B4-BE49-F238E27FC236}">
                <a16:creationId xmlns:a16="http://schemas.microsoft.com/office/drawing/2014/main" id="{E8B287D6-7AE8-4A8B-B271-9C3D11E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Plán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Text 13">
            <a:extLst xmlns:a="http://schemas.openxmlformats.org/drawingml/2006/main">
              <a:ext uri="{FF2B5EF4-FFF2-40B4-BE49-F238E27FC236}">
                <a16:creationId xmlns:a16="http://schemas.microsoft.com/office/drawing/2014/main" id="{3EE29AE0-4D10-44B0-A3A2-801EEED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1993320"/>
            <a:ext cx="16639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Skutečnost / výhled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 14">
            <a:extLst xmlns:a="http://schemas.openxmlformats.org/drawingml/2006/main">
              <a:ext uri="{FF2B5EF4-FFF2-40B4-BE49-F238E27FC236}">
                <a16:creationId xmlns:a16="http://schemas.microsoft.com/office/drawing/2014/main" id="{FB5D6791-CA3B-468C-954A-37ECE42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1993320"/>
            <a:ext cx="42332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 15">
            <a:extLst xmlns:a="http://schemas.openxmlformats.org/drawingml/2006/main">
              <a:ext uri="{FF2B5EF4-FFF2-40B4-BE49-F238E27FC236}">
                <a16:creationId xmlns:a16="http://schemas.microsoft.com/office/drawing/2014/main" id="{7067E532-B2C0-4C0D-8EDB-0042C58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A: technická obhajoba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 16">
            <a:extLst xmlns:a="http://schemas.openxmlformats.org/drawingml/2006/main">
              <a:ext uri="{FF2B5EF4-FFF2-40B4-BE49-F238E27FC236}">
                <a16:creationId xmlns:a16="http://schemas.microsoft.com/office/drawing/2014/main" id="{F3F733FA-2DF0-4768-B8AD-138CC22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24598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 17">
            <a:extLst xmlns:a="http://schemas.openxmlformats.org/drawingml/2006/main">
              <a:ext uri="{FF2B5EF4-FFF2-40B4-BE49-F238E27FC236}">
                <a16:creationId xmlns:a16="http://schemas.microsoft.com/office/drawing/2014/main" id="{F54C2839-4B66-4089-A773-9FBA5D0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 18">
            <a:extLst xmlns:a="http://schemas.openxmlformats.org/drawingml/2006/main">
              <a:ext uri="{FF2B5EF4-FFF2-40B4-BE49-F238E27FC236}">
                <a16:creationId xmlns:a16="http://schemas.microsoft.com/office/drawing/2014/main" id="{759A60D9-D731-4597-AE15-9B59F38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24598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19">
            <a:extLst xmlns:a="http://schemas.openxmlformats.org/drawingml/2006/main">
              <a:ext uri="{FF2B5EF4-FFF2-40B4-BE49-F238E27FC236}">
                <a16:creationId xmlns:a16="http://schemas.microsoft.com/office/drawing/2014/main" id="{D3702CB3-0F40-403B-91F5-4091F32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24598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Požadavky, návrh,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kód a důkazy.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20">
            <a:extLst xmlns:a="http://schemas.openxmlformats.org/drawingml/2006/main">
              <a:ext uri="{FF2B5EF4-FFF2-40B4-BE49-F238E27FC236}">
                <a16:creationId xmlns:a16="http://schemas.microsoft.com/office/drawing/2014/main" id="{E3480028-2049-47DE-BC11-79752B6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07224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Ověření řešení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21">
            <a:extLst xmlns:a="http://schemas.openxmlformats.org/drawingml/2006/main">
              <a:ext uri="{FF2B5EF4-FFF2-40B4-BE49-F238E27FC236}">
                <a16:creationId xmlns:a16="http://schemas.microsoft.com/office/drawing/2014/main" id="{9B5B8895-A806-4148-8D3A-594757F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07224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22">
            <a:extLst xmlns:a="http://schemas.openxmlformats.org/drawingml/2006/main">
              <a:ext uri="{FF2B5EF4-FFF2-40B4-BE49-F238E27FC236}">
                <a16:creationId xmlns:a16="http://schemas.microsoft.com/office/drawing/2014/main" id="{1E0F5EFD-3EA0-455A-AD56-295EC65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07224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23">
            <a:extLst xmlns:a="http://schemas.openxmlformats.org/drawingml/2006/main">
              <a:ext uri="{FF2B5EF4-FFF2-40B4-BE49-F238E27FC236}">
                <a16:creationId xmlns:a16="http://schemas.microsoft.com/office/drawing/2014/main" id="{674977A8-78A0-4BD5-A453-438FCAFD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07224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24">
            <a:extLst xmlns:a="http://schemas.openxmlformats.org/drawingml/2006/main">
              <a:ext uri="{FF2B5EF4-FFF2-40B4-BE49-F238E27FC236}">
                <a16:creationId xmlns:a16="http://schemas.microsoft.com/office/drawing/2014/main" id="{F4A198E6-E446-4027-9CC0-901FAED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07224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97 testů prošlo.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25">
            <a:extLst xmlns:a="http://schemas.openxmlformats.org/drawingml/2006/main">
              <a:ext uri="{FF2B5EF4-FFF2-40B4-BE49-F238E27FC236}">
                <a16:creationId xmlns:a16="http://schemas.microsoft.com/office/drawing/2014/main" id="{41D5088D-9351-4BB3-8039-7DBF101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68496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B: registr rizik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26">
            <a:extLst xmlns:a="http://schemas.openxmlformats.org/drawingml/2006/main">
              <a:ext uri="{FF2B5EF4-FFF2-40B4-BE49-F238E27FC236}">
                <a16:creationId xmlns:a16="http://schemas.microsoft.com/office/drawing/2014/main" id="{549D3F1F-F357-41D6-9B02-867DEB5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68496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27">
            <a:extLst xmlns:a="http://schemas.openxmlformats.org/drawingml/2006/main">
              <a:ext uri="{FF2B5EF4-FFF2-40B4-BE49-F238E27FC236}">
                <a16:creationId xmlns:a16="http://schemas.microsoft.com/office/drawing/2014/main" id="{89E33D83-3417-45F8-979C-9C8A0BC9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68496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28">
            <a:extLst xmlns:a="http://schemas.openxmlformats.org/drawingml/2006/main">
              <a:ext uri="{FF2B5EF4-FFF2-40B4-BE49-F238E27FC236}">
                <a16:creationId xmlns:a16="http://schemas.microsoft.com/office/drawing/2014/main" id="{07A81277-2C76-4879-BCAA-510258CB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68496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29">
            <a:extLst xmlns:a="http://schemas.openxmlformats.org/drawingml/2006/main">
              <a:ext uri="{FF2B5EF4-FFF2-40B4-BE49-F238E27FC236}">
                <a16:creationId xmlns:a16="http://schemas.microsoft.com/office/drawing/2014/main" id="{F7776F09-BCF0-493A-8B2D-D87A61E9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68496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Čtyři rizika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se všemi položkami.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30">
            <a:extLst xmlns:a="http://schemas.openxmlformats.org/drawingml/2006/main">
              <a:ext uri="{FF2B5EF4-FFF2-40B4-BE49-F238E27FC236}">
                <a16:creationId xmlns:a16="http://schemas.microsoft.com/office/drawing/2014/main" id="{D3B6D4EE-00B0-4DCB-AF5E-EAD51615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976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/ F1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ext 31">
            <a:extLst xmlns:a="http://schemas.openxmlformats.org/drawingml/2006/main">
              <a:ext uri="{FF2B5EF4-FFF2-40B4-BE49-F238E27FC236}">
                <a16:creationId xmlns:a16="http://schemas.microsoft.com/office/drawing/2014/main" id="{0EFE6768-B377-425E-B080-9F293DD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42976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 32">
            <a:extLst xmlns:a="http://schemas.openxmlformats.org/drawingml/2006/main">
              <a:ext uri="{FF2B5EF4-FFF2-40B4-BE49-F238E27FC236}">
                <a16:creationId xmlns:a16="http://schemas.microsoft.com/office/drawing/2014/main" id="{77FE12CC-305C-4542-A46B-D5DF7DB3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2976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neurčen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33">
            <a:extLst xmlns:a="http://schemas.openxmlformats.org/drawingml/2006/main">
              <a:ext uri="{FF2B5EF4-FFF2-40B4-BE49-F238E27FC236}">
                <a16:creationId xmlns:a16="http://schemas.microsoft.com/office/drawing/2014/main" id="{126B35BD-1E1A-4A39-A671-85A94071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42976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34">
            <a:extLst xmlns:a="http://schemas.openxmlformats.org/drawingml/2006/main">
              <a:ext uri="{FF2B5EF4-FFF2-40B4-BE49-F238E27FC236}">
                <a16:creationId xmlns:a16="http://schemas.microsoft.com/office/drawing/2014/main" id="{88B18ACA-A77E-4600-B508-BF91024C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42976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kritérium, měření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 rozhodnutí.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35">
            <a:extLst xmlns:a="http://schemas.openxmlformats.org/drawingml/2006/main">
              <a:ext uri="{FF2B5EF4-FFF2-40B4-BE49-F238E27FC236}">
                <a16:creationId xmlns:a16="http://schemas.microsoft.com/office/drawing/2014/main" id="{13645736-2A40-4B0D-A1A0-84BF92A0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TÝM A DOSTUPNÝ ČAS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6">
            <a:extLst xmlns:a="http://schemas.openxmlformats.org/drawingml/2006/main">
              <a:ext uri="{FF2B5EF4-FFF2-40B4-BE49-F238E27FC236}">
                <a16:creationId xmlns:a16="http://schemas.microsoft.com/office/drawing/2014/main" id="{8DD3886A-8880-4E76-91E9-55AC6DC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Tři členové týmu.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 zatím nezná dostupný čas ani termín dokončení C04.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Text 37">
            <a:extLst xmlns:a="http://schemas.openxmlformats.org/drawingml/2006/main">
              <a:ext uri="{FF2B5EF4-FFF2-40B4-BE49-F238E27FC236}">
                <a16:creationId xmlns:a16="http://schemas.microsoft.com/office/drawing/2014/main" id="{699ABA9F-5E08-42A3-9EB2-CC18DF9E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ZBÝVAJÍCÍ ZÁVISLOST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38">
            <a:extLst xmlns:a="http://schemas.openxmlformats.org/drawingml/2006/main">
              <a:ext uri="{FF2B5EF4-FFF2-40B4-BE49-F238E27FC236}">
                <a16:creationId xmlns:a16="http://schemas.microsoft.com/office/drawing/2014/main" id="{6B5DE5AF-0C54-473D-AC9C-D66E1C5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Dokončení evidence C04 je podmínkou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Časový plán C04 zatím není stanovený.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3362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C9F38289-55AC-4E48-9D77-94034AE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1">
            <a:extLst xmlns:a="http://schemas.openxmlformats.org/drawingml/2006/main">
              <a:ext uri="{FF2B5EF4-FFF2-40B4-BE49-F238E27FC236}">
                <a16:creationId xmlns:a16="http://schemas.microsoft.com/office/drawing/2014/main" id="{1FCDA06A-9292-4E8A-90CF-F5A37B06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F6C53878-2706-40E7-95E8-4D2A436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04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 3">
            <a:extLst xmlns:a="http://schemas.openxmlformats.org/drawingml/2006/main">
              <a:ext uri="{FF2B5EF4-FFF2-40B4-BE49-F238E27FC236}">
                <a16:creationId xmlns:a16="http://schemas.microsoft.com/office/drawing/2014/main" id="{6E168856-3FC1-444A-96DC-DBBB1B0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HLAVNÍ RIZIKA A OTEVŘENÉ BODY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 4">
            <a:extLst xmlns:a="http://schemas.openxmlformats.org/drawingml/2006/main">
              <a:ext uri="{FF2B5EF4-FFF2-40B4-BE49-F238E27FC236}">
                <a16:creationId xmlns:a16="http://schemas.microsoft.com/office/drawing/2014/main" id="{073AA6A5-DBD7-482D-A02D-3ACF0463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Budoucí rizika jsou přijatá. Jediný otevřený nález je C04 /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Text 5">
            <a:extLst xmlns:a="http://schemas.openxmlformats.org/drawingml/2006/main">
              <a:ext uri="{FF2B5EF4-FFF2-40B4-BE49-F238E27FC236}">
                <a16:creationId xmlns:a16="http://schemas.microsoft.com/office/drawing/2014/main" id="{0BA40138-8CCC-47C2-BF31-BBCB228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85A3F4B9-6498-4718-BFD7-F1908A89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E095230F-CB00-470E-AA58-14D6A9C2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hape 8">
            <a:extLst xmlns:a="http://schemas.openxmlformats.org/drawingml/2006/main">
              <a:ext uri="{FF2B5EF4-FFF2-40B4-BE49-F238E27FC236}">
                <a16:creationId xmlns:a16="http://schemas.microsoft.com/office/drawing/2014/main" id="{41229135-CBEA-4819-8BCA-FA15CFA2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523F1559-1036-430F-B73E-51FEBE4F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DBAC188A-BF35-4142-B4C6-347554F7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E4E96F30-63F8-4BA4-8D8C-79B7481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Počáteční L/I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C986806C-8E9A-4AB8-B872-EE4DD23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93320"/>
            <a:ext cx="1270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EB43562D-CDDA-4E65-BB1C-E374F5B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Opatření / vlastník / 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14">
            <a:extLst xmlns:a="http://schemas.openxmlformats.org/drawingml/2006/main">
              <a:ext uri="{FF2B5EF4-FFF2-40B4-BE49-F238E27FC236}">
                <a16:creationId xmlns:a16="http://schemas.microsoft.com/office/drawing/2014/main" id="{24FDACA0-3790-4A2A-B609-F28942F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1993320"/>
            <a:ext cx="24868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Zbytkové 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 15">
            <a:extLst xmlns:a="http://schemas.openxmlformats.org/drawingml/2006/main">
              <a:ext uri="{FF2B5EF4-FFF2-40B4-BE49-F238E27FC236}">
                <a16:creationId xmlns:a16="http://schemas.microsoft.com/office/drawing/2014/main" id="{A347946B-2B63-40F8-931A-1661EA0F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1993320"/>
            <a:ext cx="17827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/ přijetí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16">
            <a:extLst xmlns:a="http://schemas.openxmlformats.org/drawingml/2006/main">
              <a:ext uri="{FF2B5EF4-FFF2-40B4-BE49-F238E27FC236}">
                <a16:creationId xmlns:a16="http://schemas.microsoft.com/office/drawing/2014/main" id="{80C4436A-35A3-4DC5-A0F1-553BD26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Dvě potvrzení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stejné učebny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17">
            <a:extLst xmlns:a="http://schemas.openxmlformats.org/drawingml/2006/main">
              <a:ext uri="{FF2B5EF4-FFF2-40B4-BE49-F238E27FC236}">
                <a16:creationId xmlns:a16="http://schemas.microsoft.com/office/drawing/2014/main" id="{224C45CD-5BE9-42F2-839E-EB943AB0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24598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HIGH (6)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A17D425E-89E0-4FEC-A306-18A1972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598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19">
            <a:extLst xmlns:a="http://schemas.openxmlformats.org/drawingml/2006/main">
              <a:ext uri="{FF2B5EF4-FFF2-40B4-BE49-F238E27FC236}">
                <a16:creationId xmlns:a16="http://schemas.microsoft.com/office/drawing/2014/main" id="{8A6F547C-DCC3-4D6E-815B-AE9D299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ochrana a souběžné testy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0">
            <a:extLst xmlns:a="http://schemas.openxmlformats.org/drawingml/2006/main">
              <a:ext uri="{FF2B5EF4-FFF2-40B4-BE49-F238E27FC236}">
                <a16:creationId xmlns:a16="http://schemas.microsoft.com/office/drawing/2014/main" id="{967330D1-4F0E-483B-8D1B-57A558B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24598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 21">
            <a:extLst xmlns:a="http://schemas.openxmlformats.org/drawingml/2006/main">
              <a:ext uri="{FF2B5EF4-FFF2-40B4-BE49-F238E27FC236}">
                <a16:creationId xmlns:a16="http://schemas.microsoft.com/office/drawing/2014/main" id="{A0D798F7-B1F0-4D13-ACE8-5FBE825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4598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ochrany / test selže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2">
            <a:extLst xmlns:a="http://schemas.openxmlformats.org/drawingml/2006/main">
              <a:ext uri="{FF2B5EF4-FFF2-40B4-BE49-F238E27FC236}">
                <a16:creationId xmlns:a16="http://schemas.microsoft.com/office/drawing/2014/main" id="{1A357BCA-282D-481A-8FC2-3313352D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R-01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Dokumentace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neodpovídá kódu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 23">
            <a:extLst xmlns:a="http://schemas.openxmlformats.org/drawingml/2006/main">
              <a:ext uri="{FF2B5EF4-FFF2-40B4-BE49-F238E27FC236}">
                <a16:creationId xmlns:a16="http://schemas.microsoft.com/office/drawing/2014/main" id="{76B4995E-CDC6-4352-B853-0F1D3E5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33742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24">
            <a:extLst xmlns:a="http://schemas.openxmlformats.org/drawingml/2006/main">
              <a:ext uri="{FF2B5EF4-FFF2-40B4-BE49-F238E27FC236}">
                <a16:creationId xmlns:a16="http://schemas.microsoft.com/office/drawing/2014/main" id="{D914CAA7-7FD4-48C2-BB39-40B51A0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742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25">
            <a:extLst xmlns:a="http://schemas.openxmlformats.org/drawingml/2006/main">
              <a:ext uri="{FF2B5EF4-FFF2-40B4-BE49-F238E27FC236}">
                <a16:creationId xmlns:a16="http://schemas.microsoft.com/office/drawing/2014/main" id="{37A7BFB0-A4A8-4EC8-B880-BE95AB1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Porovnat specifikaci a C05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26">
            <a:extLst xmlns:a="http://schemas.openxmlformats.org/drawingml/2006/main">
              <a:ext uri="{FF2B5EF4-FFF2-40B4-BE49-F238E27FC236}">
                <a16:creationId xmlns:a16="http://schemas.microsoft.com/office/drawing/2014/main" id="{DFEBC74F-0D59-4DEC-943A-6566896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33742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 27">
            <a:extLst xmlns:a="http://schemas.openxmlformats.org/drawingml/2006/main">
              <a:ext uri="{FF2B5EF4-FFF2-40B4-BE49-F238E27FC236}">
                <a16:creationId xmlns:a16="http://schemas.microsoft.com/office/drawing/2014/main" id="{DBDE8153-DB1E-490E-BB8C-239F3CC4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33742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pravidla / rozpor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28">
            <a:extLst xmlns:a="http://schemas.openxmlformats.org/drawingml/2006/main">
              <a:ext uri="{FF2B5EF4-FFF2-40B4-BE49-F238E27FC236}">
                <a16:creationId xmlns:a16="http://schemas.microsoft.com/office/drawing/2014/main" id="{F791F44E-550C-4055-A580-6D5EB3BD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R-04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Úkol ze cvičení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nebude včas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 29">
            <a:extLst xmlns:a="http://schemas.openxmlformats.org/drawingml/2006/main">
              <a:ext uri="{FF2B5EF4-FFF2-40B4-BE49-F238E27FC236}">
                <a16:creationId xmlns:a16="http://schemas.microsoft.com/office/drawing/2014/main" id="{D346E14F-6C80-444D-84EB-D011F44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42886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0">
            <a:extLst xmlns:a="http://schemas.openxmlformats.org/drawingml/2006/main">
              <a:ext uri="{FF2B5EF4-FFF2-40B4-BE49-F238E27FC236}">
                <a16:creationId xmlns:a16="http://schemas.microsoft.com/office/drawing/2014/main" id="{E811B97A-DD22-4F8D-884A-0826182F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2886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 31">
            <a:extLst xmlns:a="http://schemas.openxmlformats.org/drawingml/2006/main">
              <a:ext uri="{FF2B5EF4-FFF2-40B4-BE49-F238E27FC236}">
                <a16:creationId xmlns:a16="http://schemas.microsoft.com/office/drawing/2014/main" id="{5A9A2FCC-957D-4B08-B65E-C55D53CF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Rozdělit práci a kontrolovat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2">
            <a:extLst xmlns:a="http://schemas.openxmlformats.org/drawingml/2006/main">
              <a:ext uri="{FF2B5EF4-FFF2-40B4-BE49-F238E27FC236}">
                <a16:creationId xmlns:a16="http://schemas.microsoft.com/office/drawing/2014/main" id="{9C718BE0-E5B9-4DC8-A937-321D1E7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42886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 33">
            <a:extLst xmlns:a="http://schemas.openxmlformats.org/drawingml/2006/main">
              <a:ext uri="{FF2B5EF4-FFF2-40B4-BE49-F238E27FC236}">
                <a16:creationId xmlns:a16="http://schemas.microsoft.com/office/drawing/2014/main" id="{DB621FD1-7494-49D9-B4EF-B5D185A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42886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Práce zaostává za plánem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Kryštof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Text 34">
            <a:extLst xmlns:a="http://schemas.openxmlformats.org/drawingml/2006/main">
              <a:ext uri="{FF2B5EF4-FFF2-40B4-BE49-F238E27FC236}">
                <a16:creationId xmlns:a16="http://schemas.microsoft.com/office/drawing/2014/main" id="{1DF70F05-6853-4B0A-93BD-42E8A7D3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30880"/>
            <a:ext cx="2194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OTEVŘENÉ ISSUES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 35">
            <a:extLst xmlns:a="http://schemas.openxmlformats.org/drawingml/2006/main">
              <a:ext uri="{FF2B5EF4-FFF2-40B4-BE49-F238E27FC236}">
                <a16:creationId xmlns:a16="http://schemas.microsoft.com/office/drawing/2014/main" id="{18EB3AA7-111E-422C-8AE7-998E8DD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330880"/>
            <a:ext cx="90979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OPEN: chybí úplný řetězec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Další krok: doplnit kritérium, měření a navazující rozhodnutí.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36">
            <a:extLst xmlns:a="http://schemas.openxmlformats.org/drawingml/2006/main">
              <a:ext uri="{FF2B5EF4-FFF2-40B4-BE49-F238E27FC236}">
                <a16:creationId xmlns:a16="http://schemas.microsoft.com/office/drawing/2014/main" id="{65DA91DD-E26D-4FC9-9FF7-411E9CE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026040"/>
            <a:ext cx="1129248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L × I: 1–2 LOW, 3–4 MEDIUM, 6–9 HIGH. R-02 je ve čtyřpoložkovém registru v repozitáři.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2723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Shape 0">
            <a:extLst xmlns:a="http://schemas.openxmlformats.org/drawingml/2006/main">
              <a:ext uri="{FF2B5EF4-FFF2-40B4-BE49-F238E27FC236}">
                <a16:creationId xmlns:a16="http://schemas.microsoft.com/office/drawing/2014/main" id="{A46332FF-8316-4EB1-9FAB-51A253EE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1">
            <a:extLst xmlns:a="http://schemas.openxmlformats.org/drawingml/2006/main">
              <a:ext uri="{FF2B5EF4-FFF2-40B4-BE49-F238E27FC236}">
                <a16:creationId xmlns:a16="http://schemas.microsoft.com/office/drawing/2014/main" id="{B9FE5573-02F9-477A-A68A-F496A09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FBF2C54B-B8DC-4355-AD13-F0627FF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05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3">
            <a:extLst xmlns:a="http://schemas.openxmlformats.org/drawingml/2006/main">
              <a:ext uri="{FF2B5EF4-FFF2-40B4-BE49-F238E27FC236}">
                <a16:creationId xmlns:a16="http://schemas.microsoft.com/office/drawing/2014/main" id="{3C59F722-4C9C-40BB-86C1-01A6CE8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DALŠÍ KROKY K C04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4">
            <a:extLst xmlns:a="http://schemas.openxmlformats.org/drawingml/2006/main">
              <a:ext uri="{FF2B5EF4-FFF2-40B4-BE49-F238E27FC236}">
                <a16:creationId xmlns:a16="http://schemas.microsoft.com/office/drawing/2014/main" id="{0636CC56-64AD-4C25-A519-8383167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Všechny další kroky směřují k uzavření jediného otevřeného nálezu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5">
            <a:extLst xmlns:a="http://schemas.openxmlformats.org/drawingml/2006/main">
              <a:ext uri="{FF2B5EF4-FFF2-40B4-BE49-F238E27FC236}">
                <a16:creationId xmlns:a16="http://schemas.microsoft.com/office/drawing/2014/main" id="{73790752-722F-4E22-B7EF-AD0434AF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6">
            <a:extLst xmlns:a="http://schemas.openxmlformats.org/drawingml/2006/main">
              <a:ext uri="{FF2B5EF4-FFF2-40B4-BE49-F238E27FC236}">
                <a16:creationId xmlns:a16="http://schemas.microsoft.com/office/drawing/2014/main" id="{D85AB484-CE28-4962-957E-C06C554D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7">
            <a:extLst xmlns:a="http://schemas.openxmlformats.org/drawingml/2006/main">
              <a:ext uri="{FF2B5EF4-FFF2-40B4-BE49-F238E27FC236}">
                <a16:creationId xmlns:a16="http://schemas.microsoft.com/office/drawing/2014/main" id="{806A7AEC-1F34-40DB-AD6C-36CB604B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hape 8">
            <a:extLst xmlns:a="http://schemas.openxmlformats.org/drawingml/2006/main">
              <a:ext uri="{FF2B5EF4-FFF2-40B4-BE49-F238E27FC236}">
                <a16:creationId xmlns:a16="http://schemas.microsoft.com/office/drawing/2014/main" id="{8FE17D05-2163-4BED-A65C-B1202BAC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9">
            <a:extLst xmlns:a="http://schemas.openxmlformats.org/drawingml/2006/main">
              <a:ext uri="{FF2B5EF4-FFF2-40B4-BE49-F238E27FC236}">
                <a16:creationId xmlns:a16="http://schemas.microsoft.com/office/drawing/2014/main" id="{FB7865F8-C743-4940-87AB-2B7C943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Text 10">
            <a:extLst xmlns:a="http://schemas.openxmlformats.org/drawingml/2006/main">
              <a:ext uri="{FF2B5EF4-FFF2-40B4-BE49-F238E27FC236}">
                <a16:creationId xmlns:a16="http://schemas.microsoft.com/office/drawing/2014/main" id="{D812C363-0851-43AC-AD6C-9DF84A9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797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 / akce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1">
            <a:extLst xmlns:a="http://schemas.openxmlformats.org/drawingml/2006/main">
              <a:ext uri="{FF2B5EF4-FFF2-40B4-BE49-F238E27FC236}">
                <a16:creationId xmlns:a16="http://schemas.microsoft.com/office/drawing/2014/main" id="{3749643C-6352-48D0-865F-507EFB6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93320"/>
            <a:ext cx="1288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Vlastník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2">
            <a:extLst xmlns:a="http://schemas.openxmlformats.org/drawingml/2006/main">
              <a:ext uri="{FF2B5EF4-FFF2-40B4-BE49-F238E27FC236}">
                <a16:creationId xmlns:a16="http://schemas.microsoft.com/office/drawing/2014/main" id="{585BDE24-39F8-4268-BC38-4855837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15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3">
            <a:extLst xmlns:a="http://schemas.openxmlformats.org/drawingml/2006/main">
              <a:ext uri="{FF2B5EF4-FFF2-40B4-BE49-F238E27FC236}">
                <a16:creationId xmlns:a16="http://schemas.microsoft.com/office/drawing/2014/main" id="{D3BDAAC4-F7E3-4ACE-86A3-39FBB2E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1993320"/>
            <a:ext cx="4087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Hotovo, když existuje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 14">
            <a:extLst xmlns:a="http://schemas.openxmlformats.org/drawingml/2006/main">
              <a:ext uri="{FF2B5EF4-FFF2-40B4-BE49-F238E27FC236}">
                <a16:creationId xmlns:a16="http://schemas.microsoft.com/office/drawing/2014/main" id="{0701363B-D49F-461E-B00C-C3393C2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1993320"/>
            <a:ext cx="1965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Vazba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ext 15">
            <a:extLst xmlns:a="http://schemas.openxmlformats.org/drawingml/2006/main">
              <a:ext uri="{FF2B5EF4-FFF2-40B4-BE49-F238E27FC236}">
                <a16:creationId xmlns:a16="http://schemas.microsoft.com/office/drawing/2014/main" id="{332E81C3-BF2B-4CC2-A630-7D954EA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P1 Kritérium C04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6">
            <a:extLst xmlns:a="http://schemas.openxmlformats.org/drawingml/2006/main">
              <a:ext uri="{FF2B5EF4-FFF2-40B4-BE49-F238E27FC236}">
                <a16:creationId xmlns:a16="http://schemas.microsoft.com/office/drawing/2014/main" id="{5957D9F1-7826-4585-93FE-0E4651D1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5988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Text 17">
            <a:extLst xmlns:a="http://schemas.openxmlformats.org/drawingml/2006/main">
              <a:ext uri="{FF2B5EF4-FFF2-40B4-BE49-F238E27FC236}">
                <a16:creationId xmlns:a16="http://schemas.microsoft.com/office/drawing/2014/main" id="{BB1AA7B9-A9E1-40C0-BB4E-50BC24D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Neurčen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8">
            <a:extLst xmlns:a="http://schemas.openxmlformats.org/drawingml/2006/main">
              <a:ext uri="{FF2B5EF4-FFF2-40B4-BE49-F238E27FC236}">
                <a16:creationId xmlns:a16="http://schemas.microsoft.com/office/drawing/2014/main" id="{7A0F3265-E033-4509-B699-1DA295A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245988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Popsaný quality concern a kritérium,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podle kterého lze vyhodnotit výsledek.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19">
            <a:extLst xmlns:a="http://schemas.openxmlformats.org/drawingml/2006/main">
              <a:ext uri="{FF2B5EF4-FFF2-40B4-BE49-F238E27FC236}">
                <a16:creationId xmlns:a16="http://schemas.microsoft.com/office/drawing/2014/main" id="{B81E7BCA-10BD-4E3C-A2BE-1A6F1296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245988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20">
            <a:extLst xmlns:a="http://schemas.openxmlformats.org/drawingml/2006/main">
              <a:ext uri="{FF2B5EF4-FFF2-40B4-BE49-F238E27FC236}">
                <a16:creationId xmlns:a16="http://schemas.microsoft.com/office/drawing/2014/main" id="{29F4AFCF-0E25-41FA-B789-2B0C6A73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9140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P2 Měření a důkazy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 21">
            <a:extLst xmlns:a="http://schemas.openxmlformats.org/drawingml/2006/main">
              <a:ext uri="{FF2B5EF4-FFF2-40B4-BE49-F238E27FC236}">
                <a16:creationId xmlns:a16="http://schemas.microsoft.com/office/drawing/2014/main" id="{14FD289B-1F37-4327-B87E-83DAF10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9140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Filip Vodák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22">
            <a:extLst xmlns:a="http://schemas.openxmlformats.org/drawingml/2006/main">
              <a:ext uri="{FF2B5EF4-FFF2-40B4-BE49-F238E27FC236}">
                <a16:creationId xmlns:a16="http://schemas.microsoft.com/office/drawing/2014/main" id="{07B54BD8-1B20-4F26-84B2-9AF40888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19140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23">
            <a:extLst xmlns:a="http://schemas.openxmlformats.org/drawingml/2006/main">
              <a:ext uri="{FF2B5EF4-FFF2-40B4-BE49-F238E27FC236}">
                <a16:creationId xmlns:a16="http://schemas.microsoft.com/office/drawing/2014/main" id="{2DF29785-A29B-474D-8F31-7660D90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19140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Zapsané podmínky měření a skutečný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výsledek odpovídající kritériu.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24">
            <a:extLst xmlns:a="http://schemas.openxmlformats.org/drawingml/2006/main">
              <a:ext uri="{FF2B5EF4-FFF2-40B4-BE49-F238E27FC236}">
                <a16:creationId xmlns:a16="http://schemas.microsoft.com/office/drawing/2014/main" id="{9B98EC59-02DC-4E4F-B36B-D72FDA6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19140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Text 25">
            <a:extLst xmlns:a="http://schemas.openxmlformats.org/drawingml/2006/main">
              <a:ext uri="{FF2B5EF4-FFF2-40B4-BE49-F238E27FC236}">
                <a16:creationId xmlns:a16="http://schemas.microsoft.com/office/drawing/2014/main" id="{792DBF4B-A23D-4358-AC97-3135991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92292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P3 Rozhodnutí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26">
            <a:extLst xmlns:a="http://schemas.openxmlformats.org/drawingml/2006/main">
              <a:ext uri="{FF2B5EF4-FFF2-40B4-BE49-F238E27FC236}">
                <a16:creationId xmlns:a16="http://schemas.microsoft.com/office/drawing/2014/main" id="{2BE51013-C72C-480B-9472-D4DEC11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2292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27">
            <a:extLst xmlns:a="http://schemas.openxmlformats.org/drawingml/2006/main">
              <a:ext uri="{FF2B5EF4-FFF2-40B4-BE49-F238E27FC236}">
                <a16:creationId xmlns:a16="http://schemas.microsoft.com/office/drawing/2014/main" id="{E8A7A6BD-2368-4FF6-860D-0E78E3CA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92292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Text 28">
            <a:extLst xmlns:a="http://schemas.openxmlformats.org/drawingml/2006/main">
              <a:ext uri="{FF2B5EF4-FFF2-40B4-BE49-F238E27FC236}">
                <a16:creationId xmlns:a16="http://schemas.microsoft.com/office/drawing/2014/main" id="{E925E191-38D4-48BB-ADC2-38060FDA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92292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Závěr vycházející z měření a vazba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na architektonické rozhodnutí.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29">
            <a:extLst xmlns:a="http://schemas.openxmlformats.org/drawingml/2006/main">
              <a:ext uri="{FF2B5EF4-FFF2-40B4-BE49-F238E27FC236}">
                <a16:creationId xmlns:a16="http://schemas.microsoft.com/office/drawing/2014/main" id="{372BC8A0-FF5C-4A10-8F64-0FC12F5A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92292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30">
            <a:extLst xmlns:a="http://schemas.openxmlformats.org/drawingml/2006/main">
              <a:ext uri="{FF2B5EF4-FFF2-40B4-BE49-F238E27FC236}">
                <a16:creationId xmlns:a16="http://schemas.microsoft.com/office/drawing/2014/main" id="{296C7B38-363B-4F88-ACA7-48F0BF2B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65444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P4 Uzavření 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Text 31">
            <a:extLst xmlns:a="http://schemas.openxmlformats.org/drawingml/2006/main">
              <a:ext uri="{FF2B5EF4-FFF2-40B4-BE49-F238E27FC236}">
                <a16:creationId xmlns:a16="http://schemas.microsoft.com/office/drawing/2014/main" id="{9FA18683-EB79-41A6-B48F-0F33568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5444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 32">
            <a:extLst xmlns:a="http://schemas.openxmlformats.org/drawingml/2006/main">
              <a:ext uri="{FF2B5EF4-FFF2-40B4-BE49-F238E27FC236}">
                <a16:creationId xmlns:a16="http://schemas.microsoft.com/office/drawing/2014/main" id="{B591C4F8-F84B-4583-AD1D-C0FEBC4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65444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33">
            <a:extLst xmlns:a="http://schemas.openxmlformats.org/drawingml/2006/main">
              <a:ext uri="{FF2B5EF4-FFF2-40B4-BE49-F238E27FC236}">
                <a16:creationId xmlns:a16="http://schemas.microsoft.com/office/drawing/2014/main" id="{391D01AF-F9A2-4B4A-943D-1ACF96A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465444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Úplný řetězec C04 a dohledatelný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commit s důkazem kontroly.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34">
            <a:extLst xmlns:a="http://schemas.openxmlformats.org/drawingml/2006/main">
              <a:ext uri="{FF2B5EF4-FFF2-40B4-BE49-F238E27FC236}">
                <a16:creationId xmlns:a16="http://schemas.microsoft.com/office/drawing/2014/main" id="{AC800A2C-16D4-47D0-BC1D-64FE15C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465444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 35">
            <a:extLst xmlns:a="http://schemas.openxmlformats.org/drawingml/2006/main">
              <a:ext uri="{FF2B5EF4-FFF2-40B4-BE49-F238E27FC236}">
                <a16:creationId xmlns:a16="http://schemas.microsoft.com/office/drawing/2014/main" id="{AD9FD7FD-0781-4D77-B0CA-7F00290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68840"/>
            <a:ext cx="219420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 C04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Text 36">
            <a:extLst xmlns:a="http://schemas.openxmlformats.org/drawingml/2006/main">
              <a:ext uri="{FF2B5EF4-FFF2-40B4-BE49-F238E27FC236}">
                <a16:creationId xmlns:a16="http://schemas.microsoft.com/office/drawing/2014/main" id="{4B778C18-7A85-4B74-BD4D-8E883FBD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68840"/>
            <a:ext cx="90979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 zatím nezná dostupný čas ani termín dokončení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009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Shape 0">
            <a:extLst xmlns:a="http://schemas.openxmlformats.org/drawingml/2006/main">
              <a:ext uri="{FF2B5EF4-FFF2-40B4-BE49-F238E27FC236}">
                <a16:creationId xmlns:a16="http://schemas.microsoft.com/office/drawing/2014/main" id="{88174D56-A558-4060-942A-A9212BA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1">
            <a:extLst xmlns:a="http://schemas.openxmlformats.org/drawingml/2006/main">
              <a:ext uri="{FF2B5EF4-FFF2-40B4-BE49-F238E27FC236}">
                <a16:creationId xmlns:a16="http://schemas.microsoft.com/office/drawing/2014/main" id="{D2512F50-2BA8-4995-8760-E199262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 2">
            <a:extLst xmlns:a="http://schemas.openxmlformats.org/drawingml/2006/main">
              <a:ext uri="{FF2B5EF4-FFF2-40B4-BE49-F238E27FC236}">
                <a16:creationId xmlns:a16="http://schemas.microsoft.com/office/drawing/2014/main" id="{FBB904F5-11AD-40E9-A3AD-1BB71CC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06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 3">
            <a:extLst xmlns:a="http://schemas.openxmlformats.org/drawingml/2006/main">
              <a:ext uri="{FF2B5EF4-FFF2-40B4-BE49-F238E27FC236}">
                <a16:creationId xmlns:a16="http://schemas.microsoft.com/office/drawing/2014/main" id="{7EF2DA80-7126-4379-975C-2074A31D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ZÁVĚR A DALŠÍ POSTUP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4">
            <a:extLst xmlns:a="http://schemas.openxmlformats.org/drawingml/2006/main">
              <a:ext uri="{FF2B5EF4-FFF2-40B4-BE49-F238E27FC236}">
                <a16:creationId xmlns:a16="http://schemas.microsoft.com/office/drawing/2014/main" id="{EE50A87E-578E-433A-87BC-5B259959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Funkční řešení a jeho ověření jsou připravené. Zbývá evidence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5">
            <a:extLst xmlns:a="http://schemas.openxmlformats.org/drawingml/2006/main">
              <a:ext uri="{FF2B5EF4-FFF2-40B4-BE49-F238E27FC236}">
                <a16:creationId xmlns:a16="http://schemas.microsoft.com/office/drawing/2014/main" id="{1FC93C35-6379-4771-B4C8-EB6E7692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 6">
            <a:extLst xmlns:a="http://schemas.openxmlformats.org/drawingml/2006/main">
              <a:ext uri="{FF2B5EF4-FFF2-40B4-BE49-F238E27FC236}">
                <a16:creationId xmlns:a16="http://schemas.microsoft.com/office/drawing/2014/main" id="{EC4D4A09-572A-4814-B34E-09D7322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c08-report-2026-10-30-v4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 7">
            <a:extLst xmlns:a="http://schemas.openxmlformats.org/drawingml/2006/main">
              <a:ext uri="{FF2B5EF4-FFF2-40B4-BE49-F238E27FC236}">
                <a16:creationId xmlns:a16="http://schemas.microsoft.com/office/drawing/2014/main" id="{7C4253DC-05E0-4401-AA23-86DAC67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hape 8">
            <a:extLst xmlns:a="http://schemas.openxmlformats.org/drawingml/2006/main">
              <a:ext uri="{FF2B5EF4-FFF2-40B4-BE49-F238E27FC236}">
                <a16:creationId xmlns:a16="http://schemas.microsoft.com/office/drawing/2014/main" id="{20F70062-E280-4371-9871-1BCE616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9">
            <a:extLst xmlns:a="http://schemas.openxmlformats.org/drawingml/2006/main">
              <a:ext uri="{FF2B5EF4-FFF2-40B4-BE49-F238E27FC236}">
                <a16:creationId xmlns:a16="http://schemas.microsoft.com/office/drawing/2014/main" id="{6DE06F13-BF45-4D2A-B554-DA9A541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c08-report-2026-10-30-v4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 10">
            <a:extLst xmlns:a="http://schemas.openxmlformats.org/drawingml/2006/main">
              <a:ext uri="{FF2B5EF4-FFF2-40B4-BE49-F238E27FC236}">
                <a16:creationId xmlns:a16="http://schemas.microsoft.com/office/drawing/2014/main" id="{F00C6169-FD19-43C1-BD0F-76FDBB3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DOLOŽENÉ VÝSLEDKY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 11">
            <a:extLst xmlns:a="http://schemas.openxmlformats.org/drawingml/2006/main">
              <a:ext uri="{FF2B5EF4-FFF2-40B4-BE49-F238E27FC236}">
                <a16:creationId xmlns:a16="http://schemas.microsoft.com/office/drawing/2014/main" id="{DA3589BF-8A27-436D-A1A0-3A24C064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Create, Availability, Confirm/Approval a Cancel.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Souběžné potvrzení přidělí učebnu jen jednou.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12">
            <a:extLst xmlns:a="http://schemas.openxmlformats.org/drawingml/2006/main">
              <a:ext uri="{FF2B5EF4-FFF2-40B4-BE49-F238E27FC236}">
                <a16:creationId xmlns:a16="http://schemas.microsoft.com/office/drawing/2014/main" id="{342A9218-E25C-4110-8B24-1523D9C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OTEVŘENÝ NÁLEZ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13">
            <a:extLst xmlns:a="http://schemas.openxmlformats.org/drawingml/2006/main">
              <a:ext uri="{FF2B5EF4-FFF2-40B4-BE49-F238E27FC236}">
                <a16:creationId xmlns:a16="http://schemas.microsoft.com/office/drawing/2014/main" id="{E3BA1615-52A3-4F50-85CA-F40B721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C04: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Quality Concern, Criterion, Measurement, Decision.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Text 14">
            <a:extLst xmlns:a="http://schemas.openxmlformats.org/drawingml/2006/main">
              <a:ext uri="{FF2B5EF4-FFF2-40B4-BE49-F238E27FC236}">
                <a16:creationId xmlns:a16="http://schemas.microsoft.com/office/drawing/2014/main" id="{7D7C6257-5BD1-4785-A01E-1B397D5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RIZIKO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 15">
            <a:extLst xmlns:a="http://schemas.openxmlformats.org/drawingml/2006/main">
              <a:ext uri="{FF2B5EF4-FFF2-40B4-BE49-F238E27FC236}">
                <a16:creationId xmlns:a16="http://schemas.microsoft.com/office/drawing/2014/main" id="{B156380B-8A0A-42AB-93A1-6034E5F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R-03: dvojí přidělení učebny.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Jakub: DB ochrana a souběžné testy VERIFIED.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Skutečné zbytkové riziko MEDIUM (3), přijato.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 16">
            <a:extLst xmlns:a="http://schemas.openxmlformats.org/drawingml/2006/main">
              <a:ext uri="{FF2B5EF4-FFF2-40B4-BE49-F238E27FC236}">
                <a16:creationId xmlns:a16="http://schemas.microsoft.com/office/drawing/2014/main" id="{77D28A54-D825-4A64-8A64-CC7D3B0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 17">
            <a:extLst xmlns:a="http://schemas.openxmlformats.org/drawingml/2006/main">
              <a:ext uri="{FF2B5EF4-FFF2-40B4-BE49-F238E27FC236}">
                <a16:creationId xmlns:a16="http://schemas.microsoft.com/office/drawing/2014/main" id="{9587AC4D-0E1C-49EA-A290-2073EC4F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Dostupný čas ani termín dokončení zatím tým nezná.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 18">
            <a:extLst xmlns:a="http://schemas.openxmlformats.org/drawingml/2006/main">
              <a:ext uri="{FF2B5EF4-FFF2-40B4-BE49-F238E27FC236}">
                <a16:creationId xmlns:a16="http://schemas.microsoft.com/office/drawing/2014/main" id="{14B6A121-E7EE-4480-9CCE-6C6D4B9B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992480"/>
            <a:ext cx="11292480" cy="31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 A VÝHLED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 19">
            <a:extLst xmlns:a="http://schemas.openxmlformats.org/drawingml/2006/main">
              <a:ext uri="{FF2B5EF4-FFF2-40B4-BE49-F238E27FC236}">
                <a16:creationId xmlns:a16="http://schemas.microsoft.com/office/drawing/2014/main" id="{57310C74-5BF9-4550-9C75-2D399AF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03520"/>
            <a:ext cx="11292480" cy="96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AMBER / AT RISK kvůli otevřenému C04.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A, B a 97 úspěšných vybraných testů jsou doložené. Termín dokončení C04 zatím není stanovený.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12218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2026-10-30T22:19:55.1750000Z</dcterms:created>
  <dcterms:modified xsi:type="dcterms:W3CDTF">2026-10-30T22:19:55.1750000Z</dcterms:modified>
</coreProperties>
</file>